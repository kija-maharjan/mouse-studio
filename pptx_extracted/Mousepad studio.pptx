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Dekko" charset="1" panose="00000500000000000000"/>
      <p:regular r:id="rId10"/>
    </p:embeddedFont>
    <p:embeddedFont>
      <p:font typeface="Canva Sans" charset="1" panose="020B0503030501040103"/>
      <p:regular r:id="rId11"/>
    </p:embeddedFont>
    <p:embeddedFont>
      <p:font typeface="Canva Sans Bold" charset="1" panose="020B08030305010401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6667">
              <a:srgbClr val="FFD600">
                <a:alpha val="100000"/>
              </a:srgbClr>
            </a:gs>
            <a:gs pos="33333">
              <a:srgbClr val="FF8200">
                <a:alpha val="100000"/>
              </a:srgbClr>
            </a:gs>
            <a:gs pos="50000">
              <a:srgbClr val="FF0000">
                <a:alpha val="100000"/>
              </a:srgbClr>
            </a:gs>
            <a:gs pos="66667">
              <a:srgbClr val="FF6B00">
                <a:alpha val="100000"/>
              </a:srgbClr>
            </a:gs>
            <a:gs pos="83333">
              <a:srgbClr val="FF8200">
                <a:alpha val="100000"/>
              </a:srgbClr>
            </a:gs>
            <a:gs pos="100000">
              <a:srgbClr val="FFD6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0005" y="860005"/>
            <a:ext cx="16567990" cy="8566990"/>
            <a:chOff x="0" y="0"/>
            <a:chExt cx="4363586" cy="225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3586" cy="2256327"/>
            </a:xfrm>
            <a:custGeom>
              <a:avLst/>
              <a:gdLst/>
              <a:ahLst/>
              <a:cxnLst/>
              <a:rect r="r" b="b" t="t" l="l"/>
              <a:pathLst>
                <a:path h="2256327" w="4363586">
                  <a:moveTo>
                    <a:pt x="23831" y="0"/>
                  </a:moveTo>
                  <a:lnTo>
                    <a:pt x="4339754" y="0"/>
                  </a:lnTo>
                  <a:cubicBezTo>
                    <a:pt x="4352916" y="0"/>
                    <a:pt x="4363586" y="10670"/>
                    <a:pt x="4363586" y="23831"/>
                  </a:cubicBezTo>
                  <a:lnTo>
                    <a:pt x="4363586" y="2232495"/>
                  </a:lnTo>
                  <a:cubicBezTo>
                    <a:pt x="4363586" y="2245657"/>
                    <a:pt x="4352916" y="2256327"/>
                    <a:pt x="4339754" y="2256327"/>
                  </a:cubicBezTo>
                  <a:lnTo>
                    <a:pt x="23831" y="2256327"/>
                  </a:lnTo>
                  <a:cubicBezTo>
                    <a:pt x="10670" y="2256327"/>
                    <a:pt x="0" y="2245657"/>
                    <a:pt x="0" y="2232495"/>
                  </a:cubicBezTo>
                  <a:lnTo>
                    <a:pt x="0" y="23831"/>
                  </a:lnTo>
                  <a:cubicBezTo>
                    <a:pt x="0" y="10670"/>
                    <a:pt x="10670" y="0"/>
                    <a:pt x="2383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3586" cy="2294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86400" y="1938997"/>
            <a:ext cx="7315200" cy="36576"/>
          </a:xfrm>
          <a:custGeom>
            <a:avLst/>
            <a:gdLst/>
            <a:ahLst/>
            <a:cxnLst/>
            <a:rect r="r" b="b" t="t" l="l"/>
            <a:pathLst>
              <a:path h="36576" w="7315200">
                <a:moveTo>
                  <a:pt x="0" y="0"/>
                </a:moveTo>
                <a:lnTo>
                  <a:pt x="7315200" y="0"/>
                </a:lnTo>
                <a:lnTo>
                  <a:pt x="7315200" y="36576"/>
                </a:lnTo>
                <a:lnTo>
                  <a:pt x="0" y="3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477054" y="8193242"/>
            <a:ext cx="552360" cy="0"/>
          </a:xfrm>
          <a:prstGeom prst="line">
            <a:avLst/>
          </a:prstGeom>
          <a:ln cap="rnd" w="1047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E1D3C3">
                    <a:alpha val="100000"/>
                  </a:srgbClr>
                </a:gs>
              </a:gsLst>
              <a:lin ang="0"/>
            </a:gradFill>
            <a:prstDash val="sysDot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3610109" y="3003395"/>
            <a:ext cx="4286250" cy="3810000"/>
            <a:chOff x="0" y="0"/>
            <a:chExt cx="5715000" cy="5080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715000" cy="5080000"/>
              <a:chOff x="0" y="0"/>
              <a:chExt cx="1128889" cy="100345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28889" cy="1003457"/>
              </a:xfrm>
              <a:custGeom>
                <a:avLst/>
                <a:gdLst/>
                <a:ahLst/>
                <a:cxnLst/>
                <a:rect r="r" b="b" t="t" l="l"/>
                <a:pathLst>
                  <a:path h="1003457" w="1128889">
                    <a:moveTo>
                      <a:pt x="43349" y="0"/>
                    </a:moveTo>
                    <a:lnTo>
                      <a:pt x="1085540" y="0"/>
                    </a:lnTo>
                    <a:cubicBezTo>
                      <a:pt x="1097036" y="0"/>
                      <a:pt x="1108063" y="4567"/>
                      <a:pt x="1116192" y="12697"/>
                    </a:cubicBezTo>
                    <a:cubicBezTo>
                      <a:pt x="1124322" y="20826"/>
                      <a:pt x="1128889" y="31852"/>
                      <a:pt x="1128889" y="43349"/>
                    </a:cubicBezTo>
                    <a:lnTo>
                      <a:pt x="1128889" y="960107"/>
                    </a:lnTo>
                    <a:cubicBezTo>
                      <a:pt x="1128889" y="971604"/>
                      <a:pt x="1124322" y="982631"/>
                      <a:pt x="1116192" y="990760"/>
                    </a:cubicBezTo>
                    <a:cubicBezTo>
                      <a:pt x="1108063" y="998890"/>
                      <a:pt x="1097036" y="1003457"/>
                      <a:pt x="1085540" y="1003457"/>
                    </a:cubicBezTo>
                    <a:lnTo>
                      <a:pt x="43349" y="1003457"/>
                    </a:lnTo>
                    <a:cubicBezTo>
                      <a:pt x="31852" y="1003457"/>
                      <a:pt x="20826" y="998890"/>
                      <a:pt x="12697" y="990760"/>
                    </a:cubicBezTo>
                    <a:cubicBezTo>
                      <a:pt x="4567" y="982631"/>
                      <a:pt x="0" y="971604"/>
                      <a:pt x="0" y="960107"/>
                    </a:cubicBezTo>
                    <a:lnTo>
                      <a:pt x="0" y="43349"/>
                    </a:lnTo>
                    <a:cubicBezTo>
                      <a:pt x="0" y="31852"/>
                      <a:pt x="4567" y="20826"/>
                      <a:pt x="12697" y="12697"/>
                    </a:cubicBezTo>
                    <a:cubicBezTo>
                      <a:pt x="20826" y="4567"/>
                      <a:pt x="31852" y="0"/>
                      <a:pt x="43349" y="0"/>
                    </a:cubicBez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128889" cy="10415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77562" y="53920"/>
              <a:ext cx="5559876" cy="4972160"/>
              <a:chOff x="0" y="0"/>
              <a:chExt cx="1098247" cy="9821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98247" cy="982155"/>
              </a:xfrm>
              <a:custGeom>
                <a:avLst/>
                <a:gdLst/>
                <a:ahLst/>
                <a:cxnLst/>
                <a:rect r="r" b="b" t="t" l="l"/>
                <a:pathLst>
                  <a:path h="982155" w="1098247">
                    <a:moveTo>
                      <a:pt x="44559" y="0"/>
                    </a:moveTo>
                    <a:lnTo>
                      <a:pt x="1053688" y="0"/>
                    </a:lnTo>
                    <a:cubicBezTo>
                      <a:pt x="1078297" y="0"/>
                      <a:pt x="1098247" y="19950"/>
                      <a:pt x="1098247" y="44559"/>
                    </a:cubicBezTo>
                    <a:lnTo>
                      <a:pt x="1098247" y="937596"/>
                    </a:lnTo>
                    <a:cubicBezTo>
                      <a:pt x="1098247" y="949414"/>
                      <a:pt x="1093553" y="960748"/>
                      <a:pt x="1085196" y="969104"/>
                    </a:cubicBezTo>
                    <a:cubicBezTo>
                      <a:pt x="1076840" y="977460"/>
                      <a:pt x="1065506" y="982155"/>
                      <a:pt x="1053688" y="982155"/>
                    </a:cubicBezTo>
                    <a:lnTo>
                      <a:pt x="44559" y="982155"/>
                    </a:lnTo>
                    <a:cubicBezTo>
                      <a:pt x="32741" y="982155"/>
                      <a:pt x="21407" y="977460"/>
                      <a:pt x="13051" y="969104"/>
                    </a:cubicBezTo>
                    <a:cubicBezTo>
                      <a:pt x="4695" y="960748"/>
                      <a:pt x="0" y="949414"/>
                      <a:pt x="0" y="937596"/>
                    </a:cubicBezTo>
                    <a:lnTo>
                      <a:pt x="0" y="44559"/>
                    </a:lnTo>
                    <a:cubicBezTo>
                      <a:pt x="0" y="32741"/>
                      <a:pt x="4695" y="21407"/>
                      <a:pt x="13051" y="13051"/>
                    </a:cubicBezTo>
                    <a:cubicBezTo>
                      <a:pt x="21407" y="4695"/>
                      <a:pt x="32741" y="0"/>
                      <a:pt x="44559" y="0"/>
                    </a:cubicBezTo>
                    <a:close/>
                  </a:path>
                </a:pathLst>
              </a:custGeom>
              <a:solidFill>
                <a:srgbClr val="1A1A1A"/>
              </a:solidFill>
              <a:ln w="9525" cap="rnd">
                <a:solidFill>
                  <a:srgbClr val="FF751F"/>
                </a:solidFill>
                <a:prstDash val="sysDot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98247" cy="1020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4" id="14"/>
          <p:cNvSpPr txBox="true"/>
          <p:nvPr/>
        </p:nvSpPr>
        <p:spPr>
          <a:xfrm rot="0">
            <a:off x="7944648" y="1226088"/>
            <a:ext cx="2632281" cy="52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6"/>
              </a:lnSpc>
              <a:spcBef>
                <a:spcPct val="0"/>
              </a:spcBef>
            </a:pPr>
            <a:r>
              <a:rPr lang="en-US" sz="3026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Mousepad studio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86173" y="7286942"/>
            <a:ext cx="273412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400mm x 450mm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4786286"/>
            <a:ext cx="9449068" cy="543856"/>
            <a:chOff x="0" y="0"/>
            <a:chExt cx="12598757" cy="72514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12046635" y="0"/>
              <a:ext cx="552121" cy="725142"/>
              <a:chOff x="0" y="0"/>
              <a:chExt cx="406400" cy="53375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47163" y="0"/>
                <a:ext cx="327699" cy="533755"/>
              </a:xfrm>
              <a:custGeom>
                <a:avLst/>
                <a:gdLst/>
                <a:ahLst/>
                <a:cxnLst/>
                <a:rect r="r" b="b" t="t" l="l"/>
                <a:pathLst>
                  <a:path h="533755" w="327699">
                    <a:moveTo>
                      <a:pt x="46318" y="0"/>
                    </a:moveTo>
                    <a:lnTo>
                      <a:pt x="62556" y="0"/>
                    </a:lnTo>
                    <a:cubicBezTo>
                      <a:pt x="121460" y="0"/>
                      <a:pt x="176983" y="27511"/>
                      <a:pt x="212667" y="74376"/>
                    </a:cubicBezTo>
                    <a:lnTo>
                      <a:pt x="302607" y="192502"/>
                    </a:lnTo>
                    <a:cubicBezTo>
                      <a:pt x="336064" y="236442"/>
                      <a:pt x="336064" y="297313"/>
                      <a:pt x="302607" y="341253"/>
                    </a:cubicBezTo>
                    <a:lnTo>
                      <a:pt x="212667" y="459379"/>
                    </a:lnTo>
                    <a:cubicBezTo>
                      <a:pt x="176983" y="506245"/>
                      <a:pt x="121460" y="533755"/>
                      <a:pt x="62556" y="533755"/>
                    </a:cubicBezTo>
                    <a:lnTo>
                      <a:pt x="46318" y="533755"/>
                    </a:lnTo>
                    <a:cubicBezTo>
                      <a:pt x="28714" y="533755"/>
                      <a:pt x="12631" y="523775"/>
                      <a:pt x="4816" y="508001"/>
                    </a:cubicBezTo>
                    <a:cubicBezTo>
                      <a:pt x="-3000" y="492227"/>
                      <a:pt x="-1198" y="473386"/>
                      <a:pt x="9467" y="459379"/>
                    </a:cubicBezTo>
                    <a:lnTo>
                      <a:pt x="99407" y="341253"/>
                    </a:lnTo>
                    <a:cubicBezTo>
                      <a:pt x="132863" y="297313"/>
                      <a:pt x="132863" y="236442"/>
                      <a:pt x="99407" y="192502"/>
                    </a:cubicBezTo>
                    <a:lnTo>
                      <a:pt x="9467" y="74376"/>
                    </a:lnTo>
                    <a:cubicBezTo>
                      <a:pt x="-1198" y="60369"/>
                      <a:pt x="-3000" y="41528"/>
                      <a:pt x="4816" y="25754"/>
                    </a:cubicBezTo>
                    <a:cubicBezTo>
                      <a:pt x="12631" y="9980"/>
                      <a:pt x="28714" y="0"/>
                      <a:pt x="46318" y="0"/>
                    </a:cubicBezTo>
                    <a:close/>
                  </a:path>
                </a:pathLst>
              </a:custGeom>
              <a:solidFill>
                <a:srgbClr val="D9D9D9">
                  <a:alpha val="58824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77800" y="-38100"/>
                <a:ext cx="152400" cy="571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10800000">
              <a:off x="0" y="0"/>
              <a:ext cx="552121" cy="725142"/>
              <a:chOff x="0" y="0"/>
              <a:chExt cx="406400" cy="53375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47163" y="0"/>
                <a:ext cx="327699" cy="533755"/>
              </a:xfrm>
              <a:custGeom>
                <a:avLst/>
                <a:gdLst/>
                <a:ahLst/>
                <a:cxnLst/>
                <a:rect r="r" b="b" t="t" l="l"/>
                <a:pathLst>
                  <a:path h="533755" w="327699">
                    <a:moveTo>
                      <a:pt x="46318" y="0"/>
                    </a:moveTo>
                    <a:lnTo>
                      <a:pt x="62556" y="0"/>
                    </a:lnTo>
                    <a:cubicBezTo>
                      <a:pt x="121460" y="0"/>
                      <a:pt x="176983" y="27511"/>
                      <a:pt x="212667" y="74376"/>
                    </a:cubicBezTo>
                    <a:lnTo>
                      <a:pt x="302607" y="192502"/>
                    </a:lnTo>
                    <a:cubicBezTo>
                      <a:pt x="336064" y="236442"/>
                      <a:pt x="336064" y="297313"/>
                      <a:pt x="302607" y="341253"/>
                    </a:cubicBezTo>
                    <a:lnTo>
                      <a:pt x="212667" y="459379"/>
                    </a:lnTo>
                    <a:cubicBezTo>
                      <a:pt x="176983" y="506245"/>
                      <a:pt x="121460" y="533755"/>
                      <a:pt x="62556" y="533755"/>
                    </a:cubicBezTo>
                    <a:lnTo>
                      <a:pt x="46318" y="533755"/>
                    </a:lnTo>
                    <a:cubicBezTo>
                      <a:pt x="28714" y="533755"/>
                      <a:pt x="12631" y="523775"/>
                      <a:pt x="4816" y="508001"/>
                    </a:cubicBezTo>
                    <a:cubicBezTo>
                      <a:pt x="-3000" y="492227"/>
                      <a:pt x="-1198" y="473386"/>
                      <a:pt x="9467" y="459379"/>
                    </a:cubicBezTo>
                    <a:lnTo>
                      <a:pt x="99407" y="341253"/>
                    </a:lnTo>
                    <a:cubicBezTo>
                      <a:pt x="132863" y="297313"/>
                      <a:pt x="132863" y="236442"/>
                      <a:pt x="99407" y="192502"/>
                    </a:cubicBezTo>
                    <a:lnTo>
                      <a:pt x="9467" y="74376"/>
                    </a:lnTo>
                    <a:cubicBezTo>
                      <a:pt x="-1198" y="60369"/>
                      <a:pt x="-3000" y="41528"/>
                      <a:pt x="4816" y="25754"/>
                    </a:cubicBezTo>
                    <a:cubicBezTo>
                      <a:pt x="12631" y="9980"/>
                      <a:pt x="28714" y="0"/>
                      <a:pt x="46318" y="0"/>
                    </a:cubicBezTo>
                    <a:close/>
                  </a:path>
                </a:pathLst>
              </a:custGeom>
              <a:solidFill>
                <a:srgbClr val="D9D9D9">
                  <a:alpha val="58824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77800" y="-38100"/>
                <a:ext cx="152400" cy="571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1407428" y="3153214"/>
            <a:ext cx="5447830" cy="906041"/>
            <a:chOff x="0" y="0"/>
            <a:chExt cx="7263774" cy="12080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263774" cy="1208055"/>
              <a:chOff x="0" y="0"/>
              <a:chExt cx="1434819" cy="23862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434819" cy="238628"/>
              </a:xfrm>
              <a:custGeom>
                <a:avLst/>
                <a:gdLst/>
                <a:ahLst/>
                <a:cxnLst/>
                <a:rect r="r" b="b" t="t" l="l"/>
                <a:pathLst>
                  <a:path h="238628" w="1434819">
                    <a:moveTo>
                      <a:pt x="44054" y="0"/>
                    </a:moveTo>
                    <a:lnTo>
                      <a:pt x="1390765" y="0"/>
                    </a:lnTo>
                    <a:cubicBezTo>
                      <a:pt x="1415096" y="0"/>
                      <a:pt x="1434819" y="19724"/>
                      <a:pt x="1434819" y="44054"/>
                    </a:cubicBezTo>
                    <a:lnTo>
                      <a:pt x="1434819" y="194574"/>
                    </a:lnTo>
                    <a:cubicBezTo>
                      <a:pt x="1434819" y="206258"/>
                      <a:pt x="1430178" y="217463"/>
                      <a:pt x="1421916" y="225725"/>
                    </a:cubicBezTo>
                    <a:cubicBezTo>
                      <a:pt x="1413655" y="233987"/>
                      <a:pt x="1402449" y="238628"/>
                      <a:pt x="1390765" y="238628"/>
                    </a:cubicBezTo>
                    <a:lnTo>
                      <a:pt x="44054" y="238628"/>
                    </a:lnTo>
                    <a:cubicBezTo>
                      <a:pt x="32370" y="238628"/>
                      <a:pt x="21165" y="233987"/>
                      <a:pt x="12903" y="225725"/>
                    </a:cubicBezTo>
                    <a:cubicBezTo>
                      <a:pt x="4641" y="217463"/>
                      <a:pt x="0" y="206258"/>
                      <a:pt x="0" y="194574"/>
                    </a:cubicBezTo>
                    <a:lnTo>
                      <a:pt x="0" y="44054"/>
                    </a:lnTo>
                    <a:cubicBezTo>
                      <a:pt x="0" y="32370"/>
                      <a:pt x="4641" y="21165"/>
                      <a:pt x="12903" y="12903"/>
                    </a:cubicBezTo>
                    <a:cubicBezTo>
                      <a:pt x="21165" y="4641"/>
                      <a:pt x="32370" y="0"/>
                      <a:pt x="44054" y="0"/>
                    </a:cubicBezTo>
                    <a:close/>
                  </a:path>
                </a:pathLst>
              </a:custGeom>
              <a:solidFill>
                <a:srgbClr val="D9D9D9">
                  <a:alpha val="60000"/>
                </a:srgbClr>
              </a:solidFill>
              <a:ln w="38100" cap="rnd">
                <a:solidFill>
                  <a:srgbClr val="000000">
                    <a:alpha val="60000"/>
                  </a:srgbClr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434819" cy="2767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242078"/>
              <a:ext cx="7263774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737373"/>
                  </a:solidFill>
                  <a:latin typeface="Dekko"/>
                  <a:ea typeface="Dekko"/>
                  <a:cs typeface="Dekko"/>
                  <a:sym typeface="Dekko"/>
                </a:rPr>
                <a:t>Standard 400mm x 450mm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07428" y="4301259"/>
            <a:ext cx="5447830" cy="2984189"/>
            <a:chOff x="0" y="0"/>
            <a:chExt cx="7263774" cy="397891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263774" cy="3978919"/>
              <a:chOff x="0" y="0"/>
              <a:chExt cx="1434819" cy="78595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34819" cy="785959"/>
              </a:xfrm>
              <a:custGeom>
                <a:avLst/>
                <a:gdLst/>
                <a:ahLst/>
                <a:cxnLst/>
                <a:rect r="r" b="b" t="t" l="l"/>
                <a:pathLst>
                  <a:path h="785959" w="1434819">
                    <a:moveTo>
                      <a:pt x="44054" y="0"/>
                    </a:moveTo>
                    <a:lnTo>
                      <a:pt x="1390765" y="0"/>
                    </a:lnTo>
                    <a:cubicBezTo>
                      <a:pt x="1415096" y="0"/>
                      <a:pt x="1434819" y="19724"/>
                      <a:pt x="1434819" y="44054"/>
                    </a:cubicBezTo>
                    <a:lnTo>
                      <a:pt x="1434819" y="741905"/>
                    </a:lnTo>
                    <a:cubicBezTo>
                      <a:pt x="1434819" y="753589"/>
                      <a:pt x="1430178" y="764794"/>
                      <a:pt x="1421916" y="773056"/>
                    </a:cubicBezTo>
                    <a:cubicBezTo>
                      <a:pt x="1413655" y="781318"/>
                      <a:pt x="1402449" y="785959"/>
                      <a:pt x="1390765" y="785959"/>
                    </a:cubicBezTo>
                    <a:lnTo>
                      <a:pt x="44054" y="785959"/>
                    </a:lnTo>
                    <a:cubicBezTo>
                      <a:pt x="32370" y="785959"/>
                      <a:pt x="21165" y="781318"/>
                      <a:pt x="12903" y="773056"/>
                    </a:cubicBezTo>
                    <a:cubicBezTo>
                      <a:pt x="4641" y="764794"/>
                      <a:pt x="0" y="753589"/>
                      <a:pt x="0" y="741905"/>
                    </a:cubicBezTo>
                    <a:lnTo>
                      <a:pt x="0" y="44054"/>
                    </a:lnTo>
                    <a:cubicBezTo>
                      <a:pt x="0" y="32370"/>
                      <a:pt x="4641" y="21165"/>
                      <a:pt x="12903" y="12903"/>
                    </a:cubicBezTo>
                    <a:cubicBezTo>
                      <a:pt x="21165" y="4641"/>
                      <a:pt x="32370" y="0"/>
                      <a:pt x="44054" y="0"/>
                    </a:cubicBezTo>
                    <a:close/>
                  </a:path>
                </a:pathLst>
              </a:custGeom>
              <a:solidFill>
                <a:srgbClr val="D9D9D9">
                  <a:alpha val="60000"/>
                </a:srgbClr>
              </a:solidFill>
              <a:ln w="38100" cap="rnd">
                <a:solidFill>
                  <a:srgbClr val="000000">
                    <a:alpha val="60000"/>
                  </a:srgbClr>
                </a:solidFill>
                <a:prstDash val="sysDot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434819" cy="824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822338" y="1271909"/>
              <a:ext cx="561909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73737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Drag &amp; Drop artwork here or </a:t>
              </a:r>
              <a:r>
                <a:rPr lang="en-US" sz="3000" u="sng">
                  <a:solidFill>
                    <a:srgbClr val="73737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browse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07428" y="7527452"/>
            <a:ext cx="5447830" cy="906041"/>
            <a:chOff x="0" y="0"/>
            <a:chExt cx="1434819" cy="2386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34819" cy="238628"/>
            </a:xfrm>
            <a:custGeom>
              <a:avLst/>
              <a:gdLst/>
              <a:ahLst/>
              <a:cxnLst/>
              <a:rect r="r" b="b" t="t" l="l"/>
              <a:pathLst>
                <a:path h="238628" w="1434819">
                  <a:moveTo>
                    <a:pt x="44054" y="0"/>
                  </a:moveTo>
                  <a:lnTo>
                    <a:pt x="1390765" y="0"/>
                  </a:lnTo>
                  <a:cubicBezTo>
                    <a:pt x="1415096" y="0"/>
                    <a:pt x="1434819" y="19724"/>
                    <a:pt x="1434819" y="44054"/>
                  </a:cubicBezTo>
                  <a:lnTo>
                    <a:pt x="1434819" y="194574"/>
                  </a:lnTo>
                  <a:cubicBezTo>
                    <a:pt x="1434819" y="206258"/>
                    <a:pt x="1430178" y="217463"/>
                    <a:pt x="1421916" y="225725"/>
                  </a:cubicBezTo>
                  <a:cubicBezTo>
                    <a:pt x="1413655" y="233987"/>
                    <a:pt x="1402449" y="238628"/>
                    <a:pt x="1390765" y="238628"/>
                  </a:cubicBezTo>
                  <a:lnTo>
                    <a:pt x="44054" y="238628"/>
                  </a:lnTo>
                  <a:cubicBezTo>
                    <a:pt x="32370" y="238628"/>
                    <a:pt x="21165" y="233987"/>
                    <a:pt x="12903" y="225725"/>
                  </a:cubicBezTo>
                  <a:cubicBezTo>
                    <a:pt x="4641" y="217463"/>
                    <a:pt x="0" y="206258"/>
                    <a:pt x="0" y="194574"/>
                  </a:cubicBezTo>
                  <a:lnTo>
                    <a:pt x="0" y="44054"/>
                  </a:lnTo>
                  <a:cubicBezTo>
                    <a:pt x="0" y="32370"/>
                    <a:pt x="4641" y="21165"/>
                    <a:pt x="12903" y="12903"/>
                  </a:cubicBezTo>
                  <a:cubicBezTo>
                    <a:pt x="21165" y="4641"/>
                    <a:pt x="32370" y="0"/>
                    <a:pt x="44054" y="0"/>
                  </a:cubicBezTo>
                  <a:close/>
                </a:path>
              </a:pathLst>
            </a:custGeom>
            <a:solidFill>
              <a:srgbClr val="FF751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434819" cy="27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119640" y="7694722"/>
            <a:ext cx="20234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Place order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6667">
              <a:srgbClr val="FFD600">
                <a:alpha val="100000"/>
              </a:srgbClr>
            </a:gs>
            <a:gs pos="33333">
              <a:srgbClr val="FF8200">
                <a:alpha val="100000"/>
              </a:srgbClr>
            </a:gs>
            <a:gs pos="50000">
              <a:srgbClr val="FF0000">
                <a:alpha val="100000"/>
              </a:srgbClr>
            </a:gs>
            <a:gs pos="66667">
              <a:srgbClr val="FF6B00">
                <a:alpha val="100000"/>
              </a:srgbClr>
            </a:gs>
            <a:gs pos="83333">
              <a:srgbClr val="FF8200">
                <a:alpha val="100000"/>
              </a:srgbClr>
            </a:gs>
            <a:gs pos="100000">
              <a:srgbClr val="FFD6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0005" y="860005"/>
            <a:ext cx="16567990" cy="8566990"/>
            <a:chOff x="0" y="0"/>
            <a:chExt cx="4363586" cy="225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3586" cy="2256327"/>
            </a:xfrm>
            <a:custGeom>
              <a:avLst/>
              <a:gdLst/>
              <a:ahLst/>
              <a:cxnLst/>
              <a:rect r="r" b="b" t="t" l="l"/>
              <a:pathLst>
                <a:path h="2256327" w="4363586">
                  <a:moveTo>
                    <a:pt x="23831" y="0"/>
                  </a:moveTo>
                  <a:lnTo>
                    <a:pt x="4339754" y="0"/>
                  </a:lnTo>
                  <a:cubicBezTo>
                    <a:pt x="4352916" y="0"/>
                    <a:pt x="4363586" y="10670"/>
                    <a:pt x="4363586" y="23831"/>
                  </a:cubicBezTo>
                  <a:lnTo>
                    <a:pt x="4363586" y="2232495"/>
                  </a:lnTo>
                  <a:cubicBezTo>
                    <a:pt x="4363586" y="2245657"/>
                    <a:pt x="4352916" y="2256327"/>
                    <a:pt x="4339754" y="2256327"/>
                  </a:cubicBezTo>
                  <a:lnTo>
                    <a:pt x="23831" y="2256327"/>
                  </a:lnTo>
                  <a:cubicBezTo>
                    <a:pt x="10670" y="2256327"/>
                    <a:pt x="0" y="2245657"/>
                    <a:pt x="0" y="2232495"/>
                  </a:cubicBezTo>
                  <a:lnTo>
                    <a:pt x="0" y="23831"/>
                  </a:lnTo>
                  <a:cubicBezTo>
                    <a:pt x="0" y="10670"/>
                    <a:pt x="10670" y="0"/>
                    <a:pt x="2383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3586" cy="2294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86400" y="1938997"/>
            <a:ext cx="7315200" cy="36576"/>
          </a:xfrm>
          <a:custGeom>
            <a:avLst/>
            <a:gdLst/>
            <a:ahLst/>
            <a:cxnLst/>
            <a:rect r="r" b="b" t="t" l="l"/>
            <a:pathLst>
              <a:path h="36576" w="7315200">
                <a:moveTo>
                  <a:pt x="0" y="0"/>
                </a:moveTo>
                <a:lnTo>
                  <a:pt x="7315200" y="0"/>
                </a:lnTo>
                <a:lnTo>
                  <a:pt x="7315200" y="36576"/>
                </a:lnTo>
                <a:lnTo>
                  <a:pt x="0" y="3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477054" y="8193242"/>
            <a:ext cx="552360" cy="0"/>
          </a:xfrm>
          <a:prstGeom prst="line">
            <a:avLst/>
          </a:prstGeom>
          <a:ln cap="rnd" w="10477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E1D3C3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prstDash val="sysDot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419484" y="3714750"/>
            <a:ext cx="6667500" cy="2857500"/>
            <a:chOff x="0" y="0"/>
            <a:chExt cx="8890000" cy="3810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890000" cy="3810000"/>
              <a:chOff x="0" y="0"/>
              <a:chExt cx="1756049" cy="75259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56049" cy="752593"/>
              </a:xfrm>
              <a:custGeom>
                <a:avLst/>
                <a:gdLst/>
                <a:ahLst/>
                <a:cxnLst/>
                <a:rect r="r" b="b" t="t" l="l"/>
                <a:pathLst>
                  <a:path h="752593" w="1756049">
                    <a:moveTo>
                      <a:pt x="27867" y="0"/>
                    </a:moveTo>
                    <a:lnTo>
                      <a:pt x="1728182" y="0"/>
                    </a:lnTo>
                    <a:cubicBezTo>
                      <a:pt x="1735573" y="0"/>
                      <a:pt x="1742661" y="2936"/>
                      <a:pt x="1747887" y="8162"/>
                    </a:cubicBezTo>
                    <a:cubicBezTo>
                      <a:pt x="1753113" y="13388"/>
                      <a:pt x="1756049" y="20477"/>
                      <a:pt x="1756049" y="27867"/>
                    </a:cubicBezTo>
                    <a:lnTo>
                      <a:pt x="1756049" y="724725"/>
                    </a:lnTo>
                    <a:cubicBezTo>
                      <a:pt x="1756049" y="732116"/>
                      <a:pt x="1753113" y="739204"/>
                      <a:pt x="1747887" y="744430"/>
                    </a:cubicBezTo>
                    <a:cubicBezTo>
                      <a:pt x="1742661" y="749657"/>
                      <a:pt x="1735573" y="752593"/>
                      <a:pt x="1728182" y="752593"/>
                    </a:cubicBezTo>
                    <a:lnTo>
                      <a:pt x="27867" y="752593"/>
                    </a:lnTo>
                    <a:cubicBezTo>
                      <a:pt x="20477" y="752593"/>
                      <a:pt x="13388" y="749657"/>
                      <a:pt x="8162" y="744430"/>
                    </a:cubicBezTo>
                    <a:cubicBezTo>
                      <a:pt x="2936" y="739204"/>
                      <a:pt x="0" y="732116"/>
                      <a:pt x="0" y="724725"/>
                    </a:cubicBezTo>
                    <a:lnTo>
                      <a:pt x="0" y="27867"/>
                    </a:lnTo>
                    <a:cubicBezTo>
                      <a:pt x="0" y="20477"/>
                      <a:pt x="2936" y="13388"/>
                      <a:pt x="8162" y="8162"/>
                    </a:cubicBezTo>
                    <a:cubicBezTo>
                      <a:pt x="13388" y="2936"/>
                      <a:pt x="20477" y="0"/>
                      <a:pt x="27867" y="0"/>
                    </a:cubicBez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756049" cy="7906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21618" y="69422"/>
              <a:ext cx="8646765" cy="3671156"/>
              <a:chOff x="0" y="0"/>
              <a:chExt cx="1708003" cy="72516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08003" cy="725167"/>
              </a:xfrm>
              <a:custGeom>
                <a:avLst/>
                <a:gdLst/>
                <a:ahLst/>
                <a:cxnLst/>
                <a:rect r="r" b="b" t="t" l="l"/>
                <a:pathLst>
                  <a:path h="725167" w="1708003">
                    <a:moveTo>
                      <a:pt x="28651" y="0"/>
                    </a:moveTo>
                    <a:lnTo>
                      <a:pt x="1679352" y="0"/>
                    </a:lnTo>
                    <a:cubicBezTo>
                      <a:pt x="1686950" y="0"/>
                      <a:pt x="1694238" y="3019"/>
                      <a:pt x="1699611" y="8392"/>
                    </a:cubicBezTo>
                    <a:cubicBezTo>
                      <a:pt x="1704984" y="13765"/>
                      <a:pt x="1708003" y="21053"/>
                      <a:pt x="1708003" y="28651"/>
                    </a:cubicBezTo>
                    <a:lnTo>
                      <a:pt x="1708003" y="696515"/>
                    </a:lnTo>
                    <a:cubicBezTo>
                      <a:pt x="1708003" y="712339"/>
                      <a:pt x="1695175" y="725167"/>
                      <a:pt x="1679352" y="725167"/>
                    </a:cubicBezTo>
                    <a:lnTo>
                      <a:pt x="28651" y="725167"/>
                    </a:lnTo>
                    <a:cubicBezTo>
                      <a:pt x="21053" y="725167"/>
                      <a:pt x="13765" y="722148"/>
                      <a:pt x="8392" y="716775"/>
                    </a:cubicBezTo>
                    <a:cubicBezTo>
                      <a:pt x="3019" y="711402"/>
                      <a:pt x="0" y="704114"/>
                      <a:pt x="0" y="696515"/>
                    </a:cubicBezTo>
                    <a:lnTo>
                      <a:pt x="0" y="28651"/>
                    </a:lnTo>
                    <a:cubicBezTo>
                      <a:pt x="0" y="21053"/>
                      <a:pt x="3019" y="13765"/>
                      <a:pt x="8392" y="8392"/>
                    </a:cubicBezTo>
                    <a:cubicBezTo>
                      <a:pt x="13765" y="3019"/>
                      <a:pt x="21053" y="0"/>
                      <a:pt x="28651" y="0"/>
                    </a:cubicBezTo>
                    <a:close/>
                  </a:path>
                </a:pathLst>
              </a:custGeom>
              <a:solidFill>
                <a:srgbClr val="1A1A1A"/>
              </a:solidFill>
              <a:ln w="9525" cap="rnd">
                <a:solidFill>
                  <a:srgbClr val="FF751F"/>
                </a:solidFill>
                <a:prstDash val="sysDot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708003" cy="763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4" id="14"/>
          <p:cNvSpPr txBox="true"/>
          <p:nvPr/>
        </p:nvSpPr>
        <p:spPr>
          <a:xfrm rot="0">
            <a:off x="7944648" y="1226088"/>
            <a:ext cx="2632281" cy="52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6"/>
              </a:lnSpc>
              <a:spcBef>
                <a:spcPct val="0"/>
              </a:spcBef>
            </a:pPr>
            <a:r>
              <a:rPr lang="en-US" sz="3026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Mousepad studio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68314" y="7286942"/>
            <a:ext cx="276984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700mm x 300mm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407428" y="3153214"/>
            <a:ext cx="5447830" cy="906041"/>
            <a:chOff x="0" y="0"/>
            <a:chExt cx="1434819" cy="2386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4819" cy="238628"/>
            </a:xfrm>
            <a:custGeom>
              <a:avLst/>
              <a:gdLst/>
              <a:ahLst/>
              <a:cxnLst/>
              <a:rect r="r" b="b" t="t" l="l"/>
              <a:pathLst>
                <a:path h="238628" w="1434819">
                  <a:moveTo>
                    <a:pt x="44054" y="0"/>
                  </a:moveTo>
                  <a:lnTo>
                    <a:pt x="1390765" y="0"/>
                  </a:lnTo>
                  <a:cubicBezTo>
                    <a:pt x="1415096" y="0"/>
                    <a:pt x="1434819" y="19724"/>
                    <a:pt x="1434819" y="44054"/>
                  </a:cubicBezTo>
                  <a:lnTo>
                    <a:pt x="1434819" y="194574"/>
                  </a:lnTo>
                  <a:cubicBezTo>
                    <a:pt x="1434819" y="206258"/>
                    <a:pt x="1430178" y="217463"/>
                    <a:pt x="1421916" y="225725"/>
                  </a:cubicBezTo>
                  <a:cubicBezTo>
                    <a:pt x="1413655" y="233987"/>
                    <a:pt x="1402449" y="238628"/>
                    <a:pt x="1390765" y="238628"/>
                  </a:cubicBezTo>
                  <a:lnTo>
                    <a:pt x="44054" y="238628"/>
                  </a:lnTo>
                  <a:cubicBezTo>
                    <a:pt x="32370" y="238628"/>
                    <a:pt x="21165" y="233987"/>
                    <a:pt x="12903" y="225725"/>
                  </a:cubicBezTo>
                  <a:cubicBezTo>
                    <a:pt x="4641" y="217463"/>
                    <a:pt x="0" y="206258"/>
                    <a:pt x="0" y="194574"/>
                  </a:cubicBezTo>
                  <a:lnTo>
                    <a:pt x="0" y="44054"/>
                  </a:lnTo>
                  <a:cubicBezTo>
                    <a:pt x="0" y="32370"/>
                    <a:pt x="4641" y="21165"/>
                    <a:pt x="12903" y="12903"/>
                  </a:cubicBezTo>
                  <a:cubicBezTo>
                    <a:pt x="21165" y="4641"/>
                    <a:pt x="32370" y="0"/>
                    <a:pt x="44054" y="0"/>
                  </a:cubicBezTo>
                  <a:close/>
                </a:path>
              </a:pathLst>
            </a:custGeom>
            <a:solidFill>
              <a:srgbClr val="D9D9D9">
                <a:alpha val="60000"/>
              </a:srgbClr>
            </a:solidFill>
            <a:ln w="38100" cap="rnd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34819" cy="27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407428" y="3320485"/>
            <a:ext cx="54478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Desk Mat 700mm x 300mm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4786286"/>
            <a:ext cx="9449068" cy="543856"/>
            <a:chOff x="0" y="0"/>
            <a:chExt cx="12598757" cy="72514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12046635" y="0"/>
              <a:ext cx="552121" cy="725142"/>
              <a:chOff x="0" y="0"/>
              <a:chExt cx="406400" cy="53375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47163" y="0"/>
                <a:ext cx="327699" cy="533755"/>
              </a:xfrm>
              <a:custGeom>
                <a:avLst/>
                <a:gdLst/>
                <a:ahLst/>
                <a:cxnLst/>
                <a:rect r="r" b="b" t="t" l="l"/>
                <a:pathLst>
                  <a:path h="533755" w="327699">
                    <a:moveTo>
                      <a:pt x="46318" y="0"/>
                    </a:moveTo>
                    <a:lnTo>
                      <a:pt x="62556" y="0"/>
                    </a:lnTo>
                    <a:cubicBezTo>
                      <a:pt x="121460" y="0"/>
                      <a:pt x="176983" y="27511"/>
                      <a:pt x="212667" y="74376"/>
                    </a:cubicBezTo>
                    <a:lnTo>
                      <a:pt x="302607" y="192502"/>
                    </a:lnTo>
                    <a:cubicBezTo>
                      <a:pt x="336064" y="236442"/>
                      <a:pt x="336064" y="297313"/>
                      <a:pt x="302607" y="341253"/>
                    </a:cubicBezTo>
                    <a:lnTo>
                      <a:pt x="212667" y="459379"/>
                    </a:lnTo>
                    <a:cubicBezTo>
                      <a:pt x="176983" y="506245"/>
                      <a:pt x="121460" y="533755"/>
                      <a:pt x="62556" y="533755"/>
                    </a:cubicBezTo>
                    <a:lnTo>
                      <a:pt x="46318" y="533755"/>
                    </a:lnTo>
                    <a:cubicBezTo>
                      <a:pt x="28714" y="533755"/>
                      <a:pt x="12631" y="523775"/>
                      <a:pt x="4816" y="508001"/>
                    </a:cubicBezTo>
                    <a:cubicBezTo>
                      <a:pt x="-3000" y="492227"/>
                      <a:pt x="-1198" y="473386"/>
                      <a:pt x="9467" y="459379"/>
                    </a:cubicBezTo>
                    <a:lnTo>
                      <a:pt x="99407" y="341253"/>
                    </a:lnTo>
                    <a:cubicBezTo>
                      <a:pt x="132863" y="297313"/>
                      <a:pt x="132863" y="236442"/>
                      <a:pt x="99407" y="192502"/>
                    </a:cubicBezTo>
                    <a:lnTo>
                      <a:pt x="9467" y="74376"/>
                    </a:lnTo>
                    <a:cubicBezTo>
                      <a:pt x="-1198" y="60369"/>
                      <a:pt x="-3000" y="41528"/>
                      <a:pt x="4816" y="25754"/>
                    </a:cubicBezTo>
                    <a:cubicBezTo>
                      <a:pt x="12631" y="9980"/>
                      <a:pt x="28714" y="0"/>
                      <a:pt x="46318" y="0"/>
                    </a:cubicBezTo>
                    <a:close/>
                  </a:path>
                </a:pathLst>
              </a:custGeom>
              <a:solidFill>
                <a:srgbClr val="D9D9D9">
                  <a:alpha val="5882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38100"/>
                <a:ext cx="152400" cy="571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10800000">
              <a:off x="0" y="0"/>
              <a:ext cx="552121" cy="725142"/>
              <a:chOff x="0" y="0"/>
              <a:chExt cx="406400" cy="53375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47163" y="0"/>
                <a:ext cx="327699" cy="533755"/>
              </a:xfrm>
              <a:custGeom>
                <a:avLst/>
                <a:gdLst/>
                <a:ahLst/>
                <a:cxnLst/>
                <a:rect r="r" b="b" t="t" l="l"/>
                <a:pathLst>
                  <a:path h="533755" w="327699">
                    <a:moveTo>
                      <a:pt x="46318" y="0"/>
                    </a:moveTo>
                    <a:lnTo>
                      <a:pt x="62556" y="0"/>
                    </a:lnTo>
                    <a:cubicBezTo>
                      <a:pt x="121460" y="0"/>
                      <a:pt x="176983" y="27511"/>
                      <a:pt x="212667" y="74376"/>
                    </a:cubicBezTo>
                    <a:lnTo>
                      <a:pt x="302607" y="192502"/>
                    </a:lnTo>
                    <a:cubicBezTo>
                      <a:pt x="336064" y="236442"/>
                      <a:pt x="336064" y="297313"/>
                      <a:pt x="302607" y="341253"/>
                    </a:cubicBezTo>
                    <a:lnTo>
                      <a:pt x="212667" y="459379"/>
                    </a:lnTo>
                    <a:cubicBezTo>
                      <a:pt x="176983" y="506245"/>
                      <a:pt x="121460" y="533755"/>
                      <a:pt x="62556" y="533755"/>
                    </a:cubicBezTo>
                    <a:lnTo>
                      <a:pt x="46318" y="533755"/>
                    </a:lnTo>
                    <a:cubicBezTo>
                      <a:pt x="28714" y="533755"/>
                      <a:pt x="12631" y="523775"/>
                      <a:pt x="4816" y="508001"/>
                    </a:cubicBezTo>
                    <a:cubicBezTo>
                      <a:pt x="-3000" y="492227"/>
                      <a:pt x="-1198" y="473386"/>
                      <a:pt x="9467" y="459379"/>
                    </a:cubicBezTo>
                    <a:lnTo>
                      <a:pt x="99407" y="341253"/>
                    </a:lnTo>
                    <a:cubicBezTo>
                      <a:pt x="132863" y="297313"/>
                      <a:pt x="132863" y="236442"/>
                      <a:pt x="99407" y="192502"/>
                    </a:cubicBezTo>
                    <a:lnTo>
                      <a:pt x="9467" y="74376"/>
                    </a:lnTo>
                    <a:cubicBezTo>
                      <a:pt x="-1198" y="60369"/>
                      <a:pt x="-3000" y="41528"/>
                      <a:pt x="4816" y="25754"/>
                    </a:cubicBezTo>
                    <a:cubicBezTo>
                      <a:pt x="12631" y="9980"/>
                      <a:pt x="28714" y="0"/>
                      <a:pt x="46318" y="0"/>
                    </a:cubicBezTo>
                    <a:close/>
                  </a:path>
                </a:pathLst>
              </a:custGeom>
              <a:solidFill>
                <a:srgbClr val="D9D9D9">
                  <a:alpha val="5882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38100"/>
                <a:ext cx="152400" cy="571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1407428" y="4301259"/>
            <a:ext cx="5447830" cy="2984189"/>
            <a:chOff x="0" y="0"/>
            <a:chExt cx="7263774" cy="397891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7263774" cy="3978919"/>
              <a:chOff x="0" y="0"/>
              <a:chExt cx="1434819" cy="78595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34819" cy="785959"/>
              </a:xfrm>
              <a:custGeom>
                <a:avLst/>
                <a:gdLst/>
                <a:ahLst/>
                <a:cxnLst/>
                <a:rect r="r" b="b" t="t" l="l"/>
                <a:pathLst>
                  <a:path h="785959" w="1434819">
                    <a:moveTo>
                      <a:pt x="44054" y="0"/>
                    </a:moveTo>
                    <a:lnTo>
                      <a:pt x="1390765" y="0"/>
                    </a:lnTo>
                    <a:cubicBezTo>
                      <a:pt x="1415096" y="0"/>
                      <a:pt x="1434819" y="19724"/>
                      <a:pt x="1434819" y="44054"/>
                    </a:cubicBezTo>
                    <a:lnTo>
                      <a:pt x="1434819" y="741905"/>
                    </a:lnTo>
                    <a:cubicBezTo>
                      <a:pt x="1434819" y="753589"/>
                      <a:pt x="1430178" y="764794"/>
                      <a:pt x="1421916" y="773056"/>
                    </a:cubicBezTo>
                    <a:cubicBezTo>
                      <a:pt x="1413655" y="781318"/>
                      <a:pt x="1402449" y="785959"/>
                      <a:pt x="1390765" y="785959"/>
                    </a:cubicBezTo>
                    <a:lnTo>
                      <a:pt x="44054" y="785959"/>
                    </a:lnTo>
                    <a:cubicBezTo>
                      <a:pt x="32370" y="785959"/>
                      <a:pt x="21165" y="781318"/>
                      <a:pt x="12903" y="773056"/>
                    </a:cubicBezTo>
                    <a:cubicBezTo>
                      <a:pt x="4641" y="764794"/>
                      <a:pt x="0" y="753589"/>
                      <a:pt x="0" y="741905"/>
                    </a:cubicBezTo>
                    <a:lnTo>
                      <a:pt x="0" y="44054"/>
                    </a:lnTo>
                    <a:cubicBezTo>
                      <a:pt x="0" y="32370"/>
                      <a:pt x="4641" y="21165"/>
                      <a:pt x="12903" y="12903"/>
                    </a:cubicBezTo>
                    <a:cubicBezTo>
                      <a:pt x="21165" y="4641"/>
                      <a:pt x="32370" y="0"/>
                      <a:pt x="44054" y="0"/>
                    </a:cubicBezTo>
                    <a:close/>
                  </a:path>
                </a:pathLst>
              </a:custGeom>
              <a:solidFill>
                <a:srgbClr val="D9D9D9">
                  <a:alpha val="60000"/>
                </a:srgbClr>
              </a:solidFill>
              <a:ln w="38100" cap="rnd">
                <a:solidFill>
                  <a:srgbClr val="000000">
                    <a:alpha val="60000"/>
                  </a:srgbClr>
                </a:solidFill>
                <a:prstDash val="sysDot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434819" cy="824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822338" y="1271909"/>
              <a:ext cx="561909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73737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Drag &amp; Drop artwork here or </a:t>
              </a:r>
              <a:r>
                <a:rPr lang="en-US" sz="3000" u="sng">
                  <a:solidFill>
                    <a:srgbClr val="73737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browse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07428" y="7527452"/>
            <a:ext cx="5447830" cy="906041"/>
            <a:chOff x="0" y="0"/>
            <a:chExt cx="1434819" cy="2386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34819" cy="238628"/>
            </a:xfrm>
            <a:custGeom>
              <a:avLst/>
              <a:gdLst/>
              <a:ahLst/>
              <a:cxnLst/>
              <a:rect r="r" b="b" t="t" l="l"/>
              <a:pathLst>
                <a:path h="238628" w="1434819">
                  <a:moveTo>
                    <a:pt x="44054" y="0"/>
                  </a:moveTo>
                  <a:lnTo>
                    <a:pt x="1390765" y="0"/>
                  </a:lnTo>
                  <a:cubicBezTo>
                    <a:pt x="1415096" y="0"/>
                    <a:pt x="1434819" y="19724"/>
                    <a:pt x="1434819" y="44054"/>
                  </a:cubicBezTo>
                  <a:lnTo>
                    <a:pt x="1434819" y="194574"/>
                  </a:lnTo>
                  <a:cubicBezTo>
                    <a:pt x="1434819" y="206258"/>
                    <a:pt x="1430178" y="217463"/>
                    <a:pt x="1421916" y="225725"/>
                  </a:cubicBezTo>
                  <a:cubicBezTo>
                    <a:pt x="1413655" y="233987"/>
                    <a:pt x="1402449" y="238628"/>
                    <a:pt x="1390765" y="238628"/>
                  </a:cubicBezTo>
                  <a:lnTo>
                    <a:pt x="44054" y="238628"/>
                  </a:lnTo>
                  <a:cubicBezTo>
                    <a:pt x="32370" y="238628"/>
                    <a:pt x="21165" y="233987"/>
                    <a:pt x="12903" y="225725"/>
                  </a:cubicBezTo>
                  <a:cubicBezTo>
                    <a:pt x="4641" y="217463"/>
                    <a:pt x="0" y="206258"/>
                    <a:pt x="0" y="194574"/>
                  </a:cubicBezTo>
                  <a:lnTo>
                    <a:pt x="0" y="44054"/>
                  </a:lnTo>
                  <a:cubicBezTo>
                    <a:pt x="0" y="32370"/>
                    <a:pt x="4641" y="21165"/>
                    <a:pt x="12903" y="12903"/>
                  </a:cubicBezTo>
                  <a:cubicBezTo>
                    <a:pt x="21165" y="4641"/>
                    <a:pt x="32370" y="0"/>
                    <a:pt x="44054" y="0"/>
                  </a:cubicBezTo>
                  <a:close/>
                </a:path>
              </a:pathLst>
            </a:custGeom>
            <a:solidFill>
              <a:srgbClr val="FF751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434819" cy="27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119640" y="7694722"/>
            <a:ext cx="20234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Place order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6667">
              <a:srgbClr val="FFD600">
                <a:alpha val="100000"/>
              </a:srgbClr>
            </a:gs>
            <a:gs pos="33333">
              <a:srgbClr val="FF8200">
                <a:alpha val="100000"/>
              </a:srgbClr>
            </a:gs>
            <a:gs pos="50000">
              <a:srgbClr val="FF0000">
                <a:alpha val="100000"/>
              </a:srgbClr>
            </a:gs>
            <a:gs pos="66667">
              <a:srgbClr val="FF6B00">
                <a:alpha val="100000"/>
              </a:srgbClr>
            </a:gs>
            <a:gs pos="83333">
              <a:srgbClr val="FF8200">
                <a:alpha val="100000"/>
              </a:srgbClr>
            </a:gs>
            <a:gs pos="100000">
              <a:srgbClr val="FFD6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0005" y="860005"/>
            <a:ext cx="16567990" cy="8566990"/>
            <a:chOff x="0" y="0"/>
            <a:chExt cx="4363586" cy="225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3586" cy="2256327"/>
            </a:xfrm>
            <a:custGeom>
              <a:avLst/>
              <a:gdLst/>
              <a:ahLst/>
              <a:cxnLst/>
              <a:rect r="r" b="b" t="t" l="l"/>
              <a:pathLst>
                <a:path h="2256327" w="4363586">
                  <a:moveTo>
                    <a:pt x="23831" y="0"/>
                  </a:moveTo>
                  <a:lnTo>
                    <a:pt x="4339754" y="0"/>
                  </a:lnTo>
                  <a:cubicBezTo>
                    <a:pt x="4352916" y="0"/>
                    <a:pt x="4363586" y="10670"/>
                    <a:pt x="4363586" y="23831"/>
                  </a:cubicBezTo>
                  <a:lnTo>
                    <a:pt x="4363586" y="2232495"/>
                  </a:lnTo>
                  <a:cubicBezTo>
                    <a:pt x="4363586" y="2245657"/>
                    <a:pt x="4352916" y="2256327"/>
                    <a:pt x="4339754" y="2256327"/>
                  </a:cubicBezTo>
                  <a:lnTo>
                    <a:pt x="23831" y="2256327"/>
                  </a:lnTo>
                  <a:cubicBezTo>
                    <a:pt x="10670" y="2256327"/>
                    <a:pt x="0" y="2245657"/>
                    <a:pt x="0" y="2232495"/>
                  </a:cubicBezTo>
                  <a:lnTo>
                    <a:pt x="0" y="23831"/>
                  </a:lnTo>
                  <a:cubicBezTo>
                    <a:pt x="0" y="10670"/>
                    <a:pt x="10670" y="0"/>
                    <a:pt x="2383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3586" cy="2294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86400" y="1938997"/>
            <a:ext cx="7315200" cy="36576"/>
          </a:xfrm>
          <a:custGeom>
            <a:avLst/>
            <a:gdLst/>
            <a:ahLst/>
            <a:cxnLst/>
            <a:rect r="r" b="b" t="t" l="l"/>
            <a:pathLst>
              <a:path h="36576" w="7315200">
                <a:moveTo>
                  <a:pt x="0" y="0"/>
                </a:moveTo>
                <a:lnTo>
                  <a:pt x="7315200" y="0"/>
                </a:lnTo>
                <a:lnTo>
                  <a:pt x="7315200" y="36576"/>
                </a:lnTo>
                <a:lnTo>
                  <a:pt x="0" y="3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477054" y="8193242"/>
            <a:ext cx="552360" cy="0"/>
          </a:xfrm>
          <a:prstGeom prst="line">
            <a:avLst/>
          </a:prstGeom>
          <a:ln cap="rnd" w="104775">
            <a:gradFill>
              <a:gsLst>
                <a:gs pos="0">
                  <a:srgbClr val="E1D3C3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ysDot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466984" y="3153214"/>
            <a:ext cx="8572500" cy="3810000"/>
            <a:chOff x="0" y="0"/>
            <a:chExt cx="11430000" cy="5080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430000" cy="5080000"/>
              <a:chOff x="0" y="0"/>
              <a:chExt cx="2257778" cy="100345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257778" cy="1003457"/>
              </a:xfrm>
              <a:custGeom>
                <a:avLst/>
                <a:gdLst/>
                <a:ahLst/>
                <a:cxnLst/>
                <a:rect r="r" b="b" t="t" l="l"/>
                <a:pathLst>
                  <a:path h="1003457" w="2257778">
                    <a:moveTo>
                      <a:pt x="21675" y="0"/>
                    </a:moveTo>
                    <a:lnTo>
                      <a:pt x="2236103" y="0"/>
                    </a:lnTo>
                    <a:cubicBezTo>
                      <a:pt x="2241852" y="0"/>
                      <a:pt x="2247365" y="2284"/>
                      <a:pt x="2251429" y="6348"/>
                    </a:cubicBezTo>
                    <a:cubicBezTo>
                      <a:pt x="2255494" y="10413"/>
                      <a:pt x="2257778" y="15926"/>
                      <a:pt x="2257778" y="21675"/>
                    </a:cubicBezTo>
                    <a:lnTo>
                      <a:pt x="2257778" y="981782"/>
                    </a:lnTo>
                    <a:cubicBezTo>
                      <a:pt x="2257778" y="993753"/>
                      <a:pt x="2248074" y="1003457"/>
                      <a:pt x="2236103" y="1003457"/>
                    </a:cubicBezTo>
                    <a:lnTo>
                      <a:pt x="21675" y="1003457"/>
                    </a:lnTo>
                    <a:cubicBezTo>
                      <a:pt x="9704" y="1003457"/>
                      <a:pt x="0" y="993753"/>
                      <a:pt x="0" y="981782"/>
                    </a:cubicBezTo>
                    <a:lnTo>
                      <a:pt x="0" y="21675"/>
                    </a:lnTo>
                    <a:cubicBezTo>
                      <a:pt x="0" y="9704"/>
                      <a:pt x="9704" y="0"/>
                      <a:pt x="21675" y="0"/>
                    </a:cubicBez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257778" cy="10415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70479" y="53920"/>
              <a:ext cx="11289042" cy="4972160"/>
              <a:chOff x="0" y="0"/>
              <a:chExt cx="2229934" cy="9821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229934" cy="982155"/>
              </a:xfrm>
              <a:custGeom>
                <a:avLst/>
                <a:gdLst/>
                <a:ahLst/>
                <a:cxnLst/>
                <a:rect r="r" b="b" t="t" l="l"/>
                <a:pathLst>
                  <a:path h="982155" w="2229934">
                    <a:moveTo>
                      <a:pt x="21945" y="0"/>
                    </a:moveTo>
                    <a:lnTo>
                      <a:pt x="2207989" y="0"/>
                    </a:lnTo>
                    <a:cubicBezTo>
                      <a:pt x="2213809" y="0"/>
                      <a:pt x="2219391" y="2312"/>
                      <a:pt x="2223507" y="6428"/>
                    </a:cubicBezTo>
                    <a:cubicBezTo>
                      <a:pt x="2227622" y="10543"/>
                      <a:pt x="2229934" y="16125"/>
                      <a:pt x="2229934" y="21945"/>
                    </a:cubicBezTo>
                    <a:lnTo>
                      <a:pt x="2229934" y="960210"/>
                    </a:lnTo>
                    <a:cubicBezTo>
                      <a:pt x="2229934" y="966030"/>
                      <a:pt x="2227622" y="971612"/>
                      <a:pt x="2223507" y="975727"/>
                    </a:cubicBezTo>
                    <a:cubicBezTo>
                      <a:pt x="2219391" y="979843"/>
                      <a:pt x="2213809" y="982155"/>
                      <a:pt x="2207989" y="982155"/>
                    </a:cubicBezTo>
                    <a:lnTo>
                      <a:pt x="21945" y="982155"/>
                    </a:lnTo>
                    <a:cubicBezTo>
                      <a:pt x="16125" y="982155"/>
                      <a:pt x="10543" y="979843"/>
                      <a:pt x="6428" y="975727"/>
                    </a:cubicBezTo>
                    <a:cubicBezTo>
                      <a:pt x="2312" y="971612"/>
                      <a:pt x="0" y="966030"/>
                      <a:pt x="0" y="960210"/>
                    </a:cubicBezTo>
                    <a:lnTo>
                      <a:pt x="0" y="21945"/>
                    </a:lnTo>
                    <a:cubicBezTo>
                      <a:pt x="0" y="16125"/>
                      <a:pt x="2312" y="10543"/>
                      <a:pt x="6428" y="6428"/>
                    </a:cubicBezTo>
                    <a:cubicBezTo>
                      <a:pt x="10543" y="2312"/>
                      <a:pt x="16125" y="0"/>
                      <a:pt x="21945" y="0"/>
                    </a:cubicBezTo>
                    <a:close/>
                  </a:path>
                </a:pathLst>
              </a:custGeom>
              <a:solidFill>
                <a:srgbClr val="1A1A1A"/>
              </a:solidFill>
              <a:ln w="9525" cap="rnd">
                <a:solidFill>
                  <a:srgbClr val="FF751F"/>
                </a:solidFill>
                <a:prstDash val="sysDot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229934" cy="1020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1028700" y="4786286"/>
            <a:ext cx="9449068" cy="543856"/>
            <a:chOff x="0" y="0"/>
            <a:chExt cx="12598757" cy="72514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2046635" y="0"/>
              <a:ext cx="552121" cy="725142"/>
              <a:chOff x="0" y="0"/>
              <a:chExt cx="406400" cy="53375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47163" y="0"/>
                <a:ext cx="327699" cy="533755"/>
              </a:xfrm>
              <a:custGeom>
                <a:avLst/>
                <a:gdLst/>
                <a:ahLst/>
                <a:cxnLst/>
                <a:rect r="r" b="b" t="t" l="l"/>
                <a:pathLst>
                  <a:path h="533755" w="327699">
                    <a:moveTo>
                      <a:pt x="46318" y="0"/>
                    </a:moveTo>
                    <a:lnTo>
                      <a:pt x="62556" y="0"/>
                    </a:lnTo>
                    <a:cubicBezTo>
                      <a:pt x="121460" y="0"/>
                      <a:pt x="176983" y="27511"/>
                      <a:pt x="212667" y="74376"/>
                    </a:cubicBezTo>
                    <a:lnTo>
                      <a:pt x="302607" y="192502"/>
                    </a:lnTo>
                    <a:cubicBezTo>
                      <a:pt x="336064" y="236442"/>
                      <a:pt x="336064" y="297313"/>
                      <a:pt x="302607" y="341253"/>
                    </a:cubicBezTo>
                    <a:lnTo>
                      <a:pt x="212667" y="459379"/>
                    </a:lnTo>
                    <a:cubicBezTo>
                      <a:pt x="176983" y="506245"/>
                      <a:pt x="121460" y="533755"/>
                      <a:pt x="62556" y="533755"/>
                    </a:cubicBezTo>
                    <a:lnTo>
                      <a:pt x="46318" y="533755"/>
                    </a:lnTo>
                    <a:cubicBezTo>
                      <a:pt x="28714" y="533755"/>
                      <a:pt x="12631" y="523775"/>
                      <a:pt x="4816" y="508001"/>
                    </a:cubicBezTo>
                    <a:cubicBezTo>
                      <a:pt x="-3000" y="492227"/>
                      <a:pt x="-1198" y="473386"/>
                      <a:pt x="9467" y="459379"/>
                    </a:cubicBezTo>
                    <a:lnTo>
                      <a:pt x="99407" y="341253"/>
                    </a:lnTo>
                    <a:cubicBezTo>
                      <a:pt x="132863" y="297313"/>
                      <a:pt x="132863" y="236442"/>
                      <a:pt x="99407" y="192502"/>
                    </a:cubicBezTo>
                    <a:lnTo>
                      <a:pt x="9467" y="74376"/>
                    </a:lnTo>
                    <a:cubicBezTo>
                      <a:pt x="-1198" y="60369"/>
                      <a:pt x="-3000" y="41528"/>
                      <a:pt x="4816" y="25754"/>
                    </a:cubicBezTo>
                    <a:cubicBezTo>
                      <a:pt x="12631" y="9980"/>
                      <a:pt x="28714" y="0"/>
                      <a:pt x="46318" y="0"/>
                    </a:cubicBezTo>
                    <a:close/>
                  </a:path>
                </a:pathLst>
              </a:custGeom>
              <a:solidFill>
                <a:srgbClr val="D9D9D9">
                  <a:alpha val="58824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77800" y="-38100"/>
                <a:ext cx="152400" cy="571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10800000">
              <a:off x="0" y="0"/>
              <a:ext cx="552121" cy="725142"/>
              <a:chOff x="0" y="0"/>
              <a:chExt cx="406400" cy="53375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47163" y="0"/>
                <a:ext cx="327699" cy="533755"/>
              </a:xfrm>
              <a:custGeom>
                <a:avLst/>
                <a:gdLst/>
                <a:ahLst/>
                <a:cxnLst/>
                <a:rect r="r" b="b" t="t" l="l"/>
                <a:pathLst>
                  <a:path h="533755" w="327699">
                    <a:moveTo>
                      <a:pt x="46318" y="0"/>
                    </a:moveTo>
                    <a:lnTo>
                      <a:pt x="62556" y="0"/>
                    </a:lnTo>
                    <a:cubicBezTo>
                      <a:pt x="121460" y="0"/>
                      <a:pt x="176983" y="27511"/>
                      <a:pt x="212667" y="74376"/>
                    </a:cubicBezTo>
                    <a:lnTo>
                      <a:pt x="302607" y="192502"/>
                    </a:lnTo>
                    <a:cubicBezTo>
                      <a:pt x="336064" y="236442"/>
                      <a:pt x="336064" y="297313"/>
                      <a:pt x="302607" y="341253"/>
                    </a:cubicBezTo>
                    <a:lnTo>
                      <a:pt x="212667" y="459379"/>
                    </a:lnTo>
                    <a:cubicBezTo>
                      <a:pt x="176983" y="506245"/>
                      <a:pt x="121460" y="533755"/>
                      <a:pt x="62556" y="533755"/>
                    </a:cubicBezTo>
                    <a:lnTo>
                      <a:pt x="46318" y="533755"/>
                    </a:lnTo>
                    <a:cubicBezTo>
                      <a:pt x="28714" y="533755"/>
                      <a:pt x="12631" y="523775"/>
                      <a:pt x="4816" y="508001"/>
                    </a:cubicBezTo>
                    <a:cubicBezTo>
                      <a:pt x="-3000" y="492227"/>
                      <a:pt x="-1198" y="473386"/>
                      <a:pt x="9467" y="459379"/>
                    </a:cubicBezTo>
                    <a:lnTo>
                      <a:pt x="99407" y="341253"/>
                    </a:lnTo>
                    <a:cubicBezTo>
                      <a:pt x="132863" y="297313"/>
                      <a:pt x="132863" y="236442"/>
                      <a:pt x="99407" y="192502"/>
                    </a:cubicBezTo>
                    <a:lnTo>
                      <a:pt x="9467" y="74376"/>
                    </a:lnTo>
                    <a:cubicBezTo>
                      <a:pt x="-1198" y="60369"/>
                      <a:pt x="-3000" y="41528"/>
                      <a:pt x="4816" y="25754"/>
                    </a:cubicBezTo>
                    <a:cubicBezTo>
                      <a:pt x="12631" y="9980"/>
                      <a:pt x="28714" y="0"/>
                      <a:pt x="46318" y="0"/>
                    </a:cubicBezTo>
                    <a:close/>
                  </a:path>
                </a:pathLst>
              </a:custGeom>
              <a:solidFill>
                <a:srgbClr val="D9D9D9">
                  <a:alpha val="5882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38100"/>
                <a:ext cx="152400" cy="571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7944648" y="1226088"/>
            <a:ext cx="2632281" cy="52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6"/>
              </a:lnSpc>
              <a:spcBef>
                <a:spcPct val="0"/>
              </a:spcBef>
            </a:pPr>
            <a:r>
              <a:rPr lang="en-US" sz="3026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Mousepad studio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19572" y="7286942"/>
            <a:ext cx="2867323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900mm x 400 mm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07428" y="3153214"/>
            <a:ext cx="5447830" cy="906041"/>
            <a:chOff x="0" y="0"/>
            <a:chExt cx="1434819" cy="2386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34819" cy="238628"/>
            </a:xfrm>
            <a:custGeom>
              <a:avLst/>
              <a:gdLst/>
              <a:ahLst/>
              <a:cxnLst/>
              <a:rect r="r" b="b" t="t" l="l"/>
              <a:pathLst>
                <a:path h="238628" w="1434819">
                  <a:moveTo>
                    <a:pt x="44054" y="0"/>
                  </a:moveTo>
                  <a:lnTo>
                    <a:pt x="1390765" y="0"/>
                  </a:lnTo>
                  <a:cubicBezTo>
                    <a:pt x="1415096" y="0"/>
                    <a:pt x="1434819" y="19724"/>
                    <a:pt x="1434819" y="44054"/>
                  </a:cubicBezTo>
                  <a:lnTo>
                    <a:pt x="1434819" y="194574"/>
                  </a:lnTo>
                  <a:cubicBezTo>
                    <a:pt x="1434819" y="206258"/>
                    <a:pt x="1430178" y="217463"/>
                    <a:pt x="1421916" y="225725"/>
                  </a:cubicBezTo>
                  <a:cubicBezTo>
                    <a:pt x="1413655" y="233987"/>
                    <a:pt x="1402449" y="238628"/>
                    <a:pt x="1390765" y="238628"/>
                  </a:cubicBezTo>
                  <a:lnTo>
                    <a:pt x="44054" y="238628"/>
                  </a:lnTo>
                  <a:cubicBezTo>
                    <a:pt x="32370" y="238628"/>
                    <a:pt x="21165" y="233987"/>
                    <a:pt x="12903" y="225725"/>
                  </a:cubicBezTo>
                  <a:cubicBezTo>
                    <a:pt x="4641" y="217463"/>
                    <a:pt x="0" y="206258"/>
                    <a:pt x="0" y="194574"/>
                  </a:cubicBezTo>
                  <a:lnTo>
                    <a:pt x="0" y="44054"/>
                  </a:lnTo>
                  <a:cubicBezTo>
                    <a:pt x="0" y="32370"/>
                    <a:pt x="4641" y="21165"/>
                    <a:pt x="12903" y="12903"/>
                  </a:cubicBezTo>
                  <a:cubicBezTo>
                    <a:pt x="21165" y="4641"/>
                    <a:pt x="32370" y="0"/>
                    <a:pt x="44054" y="0"/>
                  </a:cubicBezTo>
                  <a:close/>
                </a:path>
              </a:pathLst>
            </a:custGeom>
            <a:solidFill>
              <a:srgbClr val="D9D9D9">
                <a:alpha val="60000"/>
              </a:srgbClr>
            </a:solidFill>
            <a:ln w="38100" cap="rnd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34819" cy="27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07428" y="3320485"/>
            <a:ext cx="54478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XL Desk mat 900mm x 400 mm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19640" y="7694722"/>
            <a:ext cx="20234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Place order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07428" y="4301259"/>
            <a:ext cx="5447830" cy="2984189"/>
            <a:chOff x="0" y="0"/>
            <a:chExt cx="7263774" cy="397891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263774" cy="3978919"/>
              <a:chOff x="0" y="0"/>
              <a:chExt cx="1434819" cy="78595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34819" cy="785959"/>
              </a:xfrm>
              <a:custGeom>
                <a:avLst/>
                <a:gdLst/>
                <a:ahLst/>
                <a:cxnLst/>
                <a:rect r="r" b="b" t="t" l="l"/>
                <a:pathLst>
                  <a:path h="785959" w="1434819">
                    <a:moveTo>
                      <a:pt x="44054" y="0"/>
                    </a:moveTo>
                    <a:lnTo>
                      <a:pt x="1390765" y="0"/>
                    </a:lnTo>
                    <a:cubicBezTo>
                      <a:pt x="1415096" y="0"/>
                      <a:pt x="1434819" y="19724"/>
                      <a:pt x="1434819" y="44054"/>
                    </a:cubicBezTo>
                    <a:lnTo>
                      <a:pt x="1434819" y="741905"/>
                    </a:lnTo>
                    <a:cubicBezTo>
                      <a:pt x="1434819" y="753589"/>
                      <a:pt x="1430178" y="764794"/>
                      <a:pt x="1421916" y="773056"/>
                    </a:cubicBezTo>
                    <a:cubicBezTo>
                      <a:pt x="1413655" y="781318"/>
                      <a:pt x="1402449" y="785959"/>
                      <a:pt x="1390765" y="785959"/>
                    </a:cubicBezTo>
                    <a:lnTo>
                      <a:pt x="44054" y="785959"/>
                    </a:lnTo>
                    <a:cubicBezTo>
                      <a:pt x="32370" y="785959"/>
                      <a:pt x="21165" y="781318"/>
                      <a:pt x="12903" y="773056"/>
                    </a:cubicBezTo>
                    <a:cubicBezTo>
                      <a:pt x="4641" y="764794"/>
                      <a:pt x="0" y="753589"/>
                      <a:pt x="0" y="741905"/>
                    </a:cubicBezTo>
                    <a:lnTo>
                      <a:pt x="0" y="44054"/>
                    </a:lnTo>
                    <a:cubicBezTo>
                      <a:pt x="0" y="32370"/>
                      <a:pt x="4641" y="21165"/>
                      <a:pt x="12903" y="12903"/>
                    </a:cubicBezTo>
                    <a:cubicBezTo>
                      <a:pt x="21165" y="4641"/>
                      <a:pt x="32370" y="0"/>
                      <a:pt x="44054" y="0"/>
                    </a:cubicBezTo>
                    <a:close/>
                  </a:path>
                </a:pathLst>
              </a:custGeom>
              <a:solidFill>
                <a:srgbClr val="D9D9D9">
                  <a:alpha val="60000"/>
                </a:srgbClr>
              </a:solidFill>
              <a:ln w="38100" cap="rnd">
                <a:solidFill>
                  <a:srgbClr val="000000">
                    <a:alpha val="60000"/>
                  </a:srgbClr>
                </a:solidFill>
                <a:prstDash val="sysDot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434819" cy="824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822338" y="1271909"/>
              <a:ext cx="561909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73737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Drag &amp; Drop artwork here or </a:t>
              </a:r>
              <a:r>
                <a:rPr lang="en-US" sz="3000" u="sng">
                  <a:solidFill>
                    <a:srgbClr val="73737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browse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07428" y="7527452"/>
            <a:ext cx="5447830" cy="906041"/>
            <a:chOff x="0" y="0"/>
            <a:chExt cx="1434819" cy="2386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34819" cy="238628"/>
            </a:xfrm>
            <a:custGeom>
              <a:avLst/>
              <a:gdLst/>
              <a:ahLst/>
              <a:cxnLst/>
              <a:rect r="r" b="b" t="t" l="l"/>
              <a:pathLst>
                <a:path h="238628" w="1434819">
                  <a:moveTo>
                    <a:pt x="44054" y="0"/>
                  </a:moveTo>
                  <a:lnTo>
                    <a:pt x="1390765" y="0"/>
                  </a:lnTo>
                  <a:cubicBezTo>
                    <a:pt x="1415096" y="0"/>
                    <a:pt x="1434819" y="19724"/>
                    <a:pt x="1434819" y="44054"/>
                  </a:cubicBezTo>
                  <a:lnTo>
                    <a:pt x="1434819" y="194574"/>
                  </a:lnTo>
                  <a:cubicBezTo>
                    <a:pt x="1434819" y="206258"/>
                    <a:pt x="1430178" y="217463"/>
                    <a:pt x="1421916" y="225725"/>
                  </a:cubicBezTo>
                  <a:cubicBezTo>
                    <a:pt x="1413655" y="233987"/>
                    <a:pt x="1402449" y="238628"/>
                    <a:pt x="1390765" y="238628"/>
                  </a:cubicBezTo>
                  <a:lnTo>
                    <a:pt x="44054" y="238628"/>
                  </a:lnTo>
                  <a:cubicBezTo>
                    <a:pt x="32370" y="238628"/>
                    <a:pt x="21165" y="233987"/>
                    <a:pt x="12903" y="225725"/>
                  </a:cubicBezTo>
                  <a:cubicBezTo>
                    <a:pt x="4641" y="217463"/>
                    <a:pt x="0" y="206258"/>
                    <a:pt x="0" y="194574"/>
                  </a:cubicBezTo>
                  <a:lnTo>
                    <a:pt x="0" y="44054"/>
                  </a:lnTo>
                  <a:cubicBezTo>
                    <a:pt x="0" y="32370"/>
                    <a:pt x="4641" y="21165"/>
                    <a:pt x="12903" y="12903"/>
                  </a:cubicBezTo>
                  <a:cubicBezTo>
                    <a:pt x="21165" y="4641"/>
                    <a:pt x="32370" y="0"/>
                    <a:pt x="44054" y="0"/>
                  </a:cubicBezTo>
                  <a:close/>
                </a:path>
              </a:pathLst>
            </a:custGeom>
            <a:solidFill>
              <a:srgbClr val="FF751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434819" cy="27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119640" y="7694722"/>
            <a:ext cx="20234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Place order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6667">
              <a:srgbClr val="FFD600">
                <a:alpha val="100000"/>
              </a:srgbClr>
            </a:gs>
            <a:gs pos="33333">
              <a:srgbClr val="FF8200">
                <a:alpha val="100000"/>
              </a:srgbClr>
            </a:gs>
            <a:gs pos="50000">
              <a:srgbClr val="FF0000">
                <a:alpha val="100000"/>
              </a:srgbClr>
            </a:gs>
            <a:gs pos="66667">
              <a:srgbClr val="FF6B00">
                <a:alpha val="100000"/>
              </a:srgbClr>
            </a:gs>
            <a:gs pos="83333">
              <a:srgbClr val="FF8200">
                <a:alpha val="100000"/>
              </a:srgbClr>
            </a:gs>
            <a:gs pos="100000">
              <a:srgbClr val="FFD6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0005" y="860005"/>
            <a:ext cx="16567990" cy="8566990"/>
            <a:chOff x="0" y="0"/>
            <a:chExt cx="4363586" cy="225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3586" cy="2256327"/>
            </a:xfrm>
            <a:custGeom>
              <a:avLst/>
              <a:gdLst/>
              <a:ahLst/>
              <a:cxnLst/>
              <a:rect r="r" b="b" t="t" l="l"/>
              <a:pathLst>
                <a:path h="2256327" w="4363586">
                  <a:moveTo>
                    <a:pt x="23831" y="0"/>
                  </a:moveTo>
                  <a:lnTo>
                    <a:pt x="4339754" y="0"/>
                  </a:lnTo>
                  <a:cubicBezTo>
                    <a:pt x="4352916" y="0"/>
                    <a:pt x="4363586" y="10670"/>
                    <a:pt x="4363586" y="23831"/>
                  </a:cubicBezTo>
                  <a:lnTo>
                    <a:pt x="4363586" y="2232495"/>
                  </a:lnTo>
                  <a:cubicBezTo>
                    <a:pt x="4363586" y="2245657"/>
                    <a:pt x="4352916" y="2256327"/>
                    <a:pt x="4339754" y="2256327"/>
                  </a:cubicBezTo>
                  <a:lnTo>
                    <a:pt x="23831" y="2256327"/>
                  </a:lnTo>
                  <a:cubicBezTo>
                    <a:pt x="10670" y="2256327"/>
                    <a:pt x="0" y="2245657"/>
                    <a:pt x="0" y="2232495"/>
                  </a:cubicBezTo>
                  <a:lnTo>
                    <a:pt x="0" y="23831"/>
                  </a:lnTo>
                  <a:cubicBezTo>
                    <a:pt x="0" y="10670"/>
                    <a:pt x="10670" y="0"/>
                    <a:pt x="2383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3586" cy="2294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86400" y="1938997"/>
            <a:ext cx="7315200" cy="36576"/>
          </a:xfrm>
          <a:custGeom>
            <a:avLst/>
            <a:gdLst/>
            <a:ahLst/>
            <a:cxnLst/>
            <a:rect r="r" b="b" t="t" l="l"/>
            <a:pathLst>
              <a:path h="36576" w="7315200">
                <a:moveTo>
                  <a:pt x="0" y="0"/>
                </a:moveTo>
                <a:lnTo>
                  <a:pt x="7315200" y="0"/>
                </a:lnTo>
                <a:lnTo>
                  <a:pt x="7315200" y="36576"/>
                </a:lnTo>
                <a:lnTo>
                  <a:pt x="0" y="3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477054" y="8193242"/>
            <a:ext cx="552360" cy="0"/>
          </a:xfrm>
          <a:prstGeom prst="line">
            <a:avLst/>
          </a:prstGeom>
          <a:ln cap="rnd" w="104775">
            <a:gradFill>
              <a:gsLst>
                <a:gs pos="0">
                  <a:srgbClr val="E1D3C3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ysDot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466984" y="3153214"/>
            <a:ext cx="8572500" cy="3810000"/>
            <a:chOff x="0" y="0"/>
            <a:chExt cx="11430000" cy="5080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430000" cy="5080000"/>
              <a:chOff x="0" y="0"/>
              <a:chExt cx="2257778" cy="100345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257778" cy="1003457"/>
              </a:xfrm>
              <a:custGeom>
                <a:avLst/>
                <a:gdLst/>
                <a:ahLst/>
                <a:cxnLst/>
                <a:rect r="r" b="b" t="t" l="l"/>
                <a:pathLst>
                  <a:path h="1003457" w="2257778">
                    <a:moveTo>
                      <a:pt x="21675" y="0"/>
                    </a:moveTo>
                    <a:lnTo>
                      <a:pt x="2236103" y="0"/>
                    </a:lnTo>
                    <a:cubicBezTo>
                      <a:pt x="2241852" y="0"/>
                      <a:pt x="2247365" y="2284"/>
                      <a:pt x="2251429" y="6348"/>
                    </a:cubicBezTo>
                    <a:cubicBezTo>
                      <a:pt x="2255494" y="10413"/>
                      <a:pt x="2257778" y="15926"/>
                      <a:pt x="2257778" y="21675"/>
                    </a:cubicBezTo>
                    <a:lnTo>
                      <a:pt x="2257778" y="981782"/>
                    </a:lnTo>
                    <a:cubicBezTo>
                      <a:pt x="2257778" y="993753"/>
                      <a:pt x="2248074" y="1003457"/>
                      <a:pt x="2236103" y="1003457"/>
                    </a:cubicBezTo>
                    <a:lnTo>
                      <a:pt x="21675" y="1003457"/>
                    </a:lnTo>
                    <a:cubicBezTo>
                      <a:pt x="9704" y="1003457"/>
                      <a:pt x="0" y="993753"/>
                      <a:pt x="0" y="981782"/>
                    </a:cubicBezTo>
                    <a:lnTo>
                      <a:pt x="0" y="21675"/>
                    </a:lnTo>
                    <a:cubicBezTo>
                      <a:pt x="0" y="9704"/>
                      <a:pt x="9704" y="0"/>
                      <a:pt x="21675" y="0"/>
                    </a:cubicBez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257778" cy="10415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70479" y="53920"/>
              <a:ext cx="11289042" cy="4972160"/>
              <a:chOff x="0" y="0"/>
              <a:chExt cx="2229934" cy="9821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229934" cy="982155"/>
              </a:xfrm>
              <a:custGeom>
                <a:avLst/>
                <a:gdLst/>
                <a:ahLst/>
                <a:cxnLst/>
                <a:rect r="r" b="b" t="t" l="l"/>
                <a:pathLst>
                  <a:path h="982155" w="2229934">
                    <a:moveTo>
                      <a:pt x="21945" y="0"/>
                    </a:moveTo>
                    <a:lnTo>
                      <a:pt x="2207989" y="0"/>
                    </a:lnTo>
                    <a:cubicBezTo>
                      <a:pt x="2213809" y="0"/>
                      <a:pt x="2219391" y="2312"/>
                      <a:pt x="2223507" y="6428"/>
                    </a:cubicBezTo>
                    <a:cubicBezTo>
                      <a:pt x="2227622" y="10543"/>
                      <a:pt x="2229934" y="16125"/>
                      <a:pt x="2229934" y="21945"/>
                    </a:cubicBezTo>
                    <a:lnTo>
                      <a:pt x="2229934" y="960210"/>
                    </a:lnTo>
                    <a:cubicBezTo>
                      <a:pt x="2229934" y="966030"/>
                      <a:pt x="2227622" y="971612"/>
                      <a:pt x="2223507" y="975727"/>
                    </a:cubicBezTo>
                    <a:cubicBezTo>
                      <a:pt x="2219391" y="979843"/>
                      <a:pt x="2213809" y="982155"/>
                      <a:pt x="2207989" y="982155"/>
                    </a:cubicBezTo>
                    <a:lnTo>
                      <a:pt x="21945" y="982155"/>
                    </a:lnTo>
                    <a:cubicBezTo>
                      <a:pt x="16125" y="982155"/>
                      <a:pt x="10543" y="979843"/>
                      <a:pt x="6428" y="975727"/>
                    </a:cubicBezTo>
                    <a:cubicBezTo>
                      <a:pt x="2312" y="971612"/>
                      <a:pt x="0" y="966030"/>
                      <a:pt x="0" y="960210"/>
                    </a:cubicBezTo>
                    <a:lnTo>
                      <a:pt x="0" y="21945"/>
                    </a:lnTo>
                    <a:cubicBezTo>
                      <a:pt x="0" y="16125"/>
                      <a:pt x="2312" y="10543"/>
                      <a:pt x="6428" y="6428"/>
                    </a:cubicBezTo>
                    <a:cubicBezTo>
                      <a:pt x="10543" y="2312"/>
                      <a:pt x="16125" y="0"/>
                      <a:pt x="21945" y="0"/>
                    </a:cubicBezTo>
                    <a:close/>
                  </a:path>
                </a:pathLst>
              </a:custGeom>
              <a:solidFill>
                <a:srgbClr val="1A1A1A"/>
              </a:solidFill>
              <a:ln w="9525" cap="rnd">
                <a:solidFill>
                  <a:srgbClr val="FF751F"/>
                </a:solidFill>
                <a:prstDash val="sysDot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229934" cy="1020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1028700" y="4786286"/>
            <a:ext cx="9449068" cy="543856"/>
            <a:chOff x="0" y="0"/>
            <a:chExt cx="12598757" cy="72514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2046635" y="0"/>
              <a:ext cx="552121" cy="725142"/>
              <a:chOff x="0" y="0"/>
              <a:chExt cx="406400" cy="53375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47163" y="0"/>
                <a:ext cx="327699" cy="533755"/>
              </a:xfrm>
              <a:custGeom>
                <a:avLst/>
                <a:gdLst/>
                <a:ahLst/>
                <a:cxnLst/>
                <a:rect r="r" b="b" t="t" l="l"/>
                <a:pathLst>
                  <a:path h="533755" w="327699">
                    <a:moveTo>
                      <a:pt x="46318" y="0"/>
                    </a:moveTo>
                    <a:lnTo>
                      <a:pt x="62556" y="0"/>
                    </a:lnTo>
                    <a:cubicBezTo>
                      <a:pt x="121460" y="0"/>
                      <a:pt x="176983" y="27511"/>
                      <a:pt x="212667" y="74376"/>
                    </a:cubicBezTo>
                    <a:lnTo>
                      <a:pt x="302607" y="192502"/>
                    </a:lnTo>
                    <a:cubicBezTo>
                      <a:pt x="336064" y="236442"/>
                      <a:pt x="336064" y="297313"/>
                      <a:pt x="302607" y="341253"/>
                    </a:cubicBezTo>
                    <a:lnTo>
                      <a:pt x="212667" y="459379"/>
                    </a:lnTo>
                    <a:cubicBezTo>
                      <a:pt x="176983" y="506245"/>
                      <a:pt x="121460" y="533755"/>
                      <a:pt x="62556" y="533755"/>
                    </a:cubicBezTo>
                    <a:lnTo>
                      <a:pt x="46318" y="533755"/>
                    </a:lnTo>
                    <a:cubicBezTo>
                      <a:pt x="28714" y="533755"/>
                      <a:pt x="12631" y="523775"/>
                      <a:pt x="4816" y="508001"/>
                    </a:cubicBezTo>
                    <a:cubicBezTo>
                      <a:pt x="-3000" y="492227"/>
                      <a:pt x="-1198" y="473386"/>
                      <a:pt x="9467" y="459379"/>
                    </a:cubicBezTo>
                    <a:lnTo>
                      <a:pt x="99407" y="341253"/>
                    </a:lnTo>
                    <a:cubicBezTo>
                      <a:pt x="132863" y="297313"/>
                      <a:pt x="132863" y="236442"/>
                      <a:pt x="99407" y="192502"/>
                    </a:cubicBezTo>
                    <a:lnTo>
                      <a:pt x="9467" y="74376"/>
                    </a:lnTo>
                    <a:cubicBezTo>
                      <a:pt x="-1198" y="60369"/>
                      <a:pt x="-3000" y="41528"/>
                      <a:pt x="4816" y="25754"/>
                    </a:cubicBezTo>
                    <a:cubicBezTo>
                      <a:pt x="12631" y="9980"/>
                      <a:pt x="28714" y="0"/>
                      <a:pt x="46318" y="0"/>
                    </a:cubicBezTo>
                    <a:close/>
                  </a:path>
                </a:pathLst>
              </a:custGeom>
              <a:solidFill>
                <a:srgbClr val="D9D9D9">
                  <a:alpha val="58824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77800" y="-38100"/>
                <a:ext cx="152400" cy="571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10800000">
              <a:off x="0" y="0"/>
              <a:ext cx="552121" cy="725142"/>
              <a:chOff x="0" y="0"/>
              <a:chExt cx="406400" cy="53375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47163" y="0"/>
                <a:ext cx="327699" cy="533755"/>
              </a:xfrm>
              <a:custGeom>
                <a:avLst/>
                <a:gdLst/>
                <a:ahLst/>
                <a:cxnLst/>
                <a:rect r="r" b="b" t="t" l="l"/>
                <a:pathLst>
                  <a:path h="533755" w="327699">
                    <a:moveTo>
                      <a:pt x="46318" y="0"/>
                    </a:moveTo>
                    <a:lnTo>
                      <a:pt x="62556" y="0"/>
                    </a:lnTo>
                    <a:cubicBezTo>
                      <a:pt x="121460" y="0"/>
                      <a:pt x="176983" y="27511"/>
                      <a:pt x="212667" y="74376"/>
                    </a:cubicBezTo>
                    <a:lnTo>
                      <a:pt x="302607" y="192502"/>
                    </a:lnTo>
                    <a:cubicBezTo>
                      <a:pt x="336064" y="236442"/>
                      <a:pt x="336064" y="297313"/>
                      <a:pt x="302607" y="341253"/>
                    </a:cubicBezTo>
                    <a:lnTo>
                      <a:pt x="212667" y="459379"/>
                    </a:lnTo>
                    <a:cubicBezTo>
                      <a:pt x="176983" y="506245"/>
                      <a:pt x="121460" y="533755"/>
                      <a:pt x="62556" y="533755"/>
                    </a:cubicBezTo>
                    <a:lnTo>
                      <a:pt x="46318" y="533755"/>
                    </a:lnTo>
                    <a:cubicBezTo>
                      <a:pt x="28714" y="533755"/>
                      <a:pt x="12631" y="523775"/>
                      <a:pt x="4816" y="508001"/>
                    </a:cubicBezTo>
                    <a:cubicBezTo>
                      <a:pt x="-3000" y="492227"/>
                      <a:pt x="-1198" y="473386"/>
                      <a:pt x="9467" y="459379"/>
                    </a:cubicBezTo>
                    <a:lnTo>
                      <a:pt x="99407" y="341253"/>
                    </a:lnTo>
                    <a:cubicBezTo>
                      <a:pt x="132863" y="297313"/>
                      <a:pt x="132863" y="236442"/>
                      <a:pt x="99407" y="192502"/>
                    </a:cubicBezTo>
                    <a:lnTo>
                      <a:pt x="9467" y="74376"/>
                    </a:lnTo>
                    <a:cubicBezTo>
                      <a:pt x="-1198" y="60369"/>
                      <a:pt x="-3000" y="41528"/>
                      <a:pt x="4816" y="25754"/>
                    </a:cubicBezTo>
                    <a:cubicBezTo>
                      <a:pt x="12631" y="9980"/>
                      <a:pt x="28714" y="0"/>
                      <a:pt x="46318" y="0"/>
                    </a:cubicBezTo>
                    <a:close/>
                  </a:path>
                </a:pathLst>
              </a:custGeom>
              <a:solidFill>
                <a:srgbClr val="D9D9D9">
                  <a:alpha val="5882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38100"/>
                <a:ext cx="152400" cy="571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11407428" y="3153214"/>
            <a:ext cx="5447830" cy="906041"/>
            <a:chOff x="0" y="0"/>
            <a:chExt cx="1434819" cy="2386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34819" cy="238628"/>
            </a:xfrm>
            <a:custGeom>
              <a:avLst/>
              <a:gdLst/>
              <a:ahLst/>
              <a:cxnLst/>
              <a:rect r="r" b="b" t="t" l="l"/>
              <a:pathLst>
                <a:path h="238628" w="1434819">
                  <a:moveTo>
                    <a:pt x="44054" y="0"/>
                  </a:moveTo>
                  <a:lnTo>
                    <a:pt x="1390765" y="0"/>
                  </a:lnTo>
                  <a:cubicBezTo>
                    <a:pt x="1415096" y="0"/>
                    <a:pt x="1434819" y="19724"/>
                    <a:pt x="1434819" y="44054"/>
                  </a:cubicBezTo>
                  <a:lnTo>
                    <a:pt x="1434819" y="194574"/>
                  </a:lnTo>
                  <a:cubicBezTo>
                    <a:pt x="1434819" y="206258"/>
                    <a:pt x="1430178" y="217463"/>
                    <a:pt x="1421916" y="225725"/>
                  </a:cubicBezTo>
                  <a:cubicBezTo>
                    <a:pt x="1413655" y="233987"/>
                    <a:pt x="1402449" y="238628"/>
                    <a:pt x="1390765" y="238628"/>
                  </a:cubicBezTo>
                  <a:lnTo>
                    <a:pt x="44054" y="238628"/>
                  </a:lnTo>
                  <a:cubicBezTo>
                    <a:pt x="32370" y="238628"/>
                    <a:pt x="21165" y="233987"/>
                    <a:pt x="12903" y="225725"/>
                  </a:cubicBezTo>
                  <a:cubicBezTo>
                    <a:pt x="4641" y="217463"/>
                    <a:pt x="0" y="206258"/>
                    <a:pt x="0" y="194574"/>
                  </a:cubicBezTo>
                  <a:lnTo>
                    <a:pt x="0" y="44054"/>
                  </a:lnTo>
                  <a:cubicBezTo>
                    <a:pt x="0" y="32370"/>
                    <a:pt x="4641" y="21165"/>
                    <a:pt x="12903" y="12903"/>
                  </a:cubicBezTo>
                  <a:cubicBezTo>
                    <a:pt x="21165" y="4641"/>
                    <a:pt x="32370" y="0"/>
                    <a:pt x="44054" y="0"/>
                  </a:cubicBezTo>
                  <a:close/>
                </a:path>
              </a:pathLst>
            </a:custGeom>
            <a:solidFill>
              <a:srgbClr val="D9D9D9">
                <a:alpha val="60000"/>
              </a:srgbClr>
            </a:solidFill>
            <a:ln w="38100" cap="rnd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34819" cy="27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119640" y="7694722"/>
            <a:ext cx="20234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Place order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07428" y="4301259"/>
            <a:ext cx="5447830" cy="2984189"/>
            <a:chOff x="0" y="0"/>
            <a:chExt cx="7263774" cy="397891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263774" cy="3978919"/>
              <a:chOff x="0" y="0"/>
              <a:chExt cx="1434819" cy="78595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34819" cy="785959"/>
              </a:xfrm>
              <a:custGeom>
                <a:avLst/>
                <a:gdLst/>
                <a:ahLst/>
                <a:cxnLst/>
                <a:rect r="r" b="b" t="t" l="l"/>
                <a:pathLst>
                  <a:path h="785959" w="1434819">
                    <a:moveTo>
                      <a:pt x="44054" y="0"/>
                    </a:moveTo>
                    <a:lnTo>
                      <a:pt x="1390765" y="0"/>
                    </a:lnTo>
                    <a:cubicBezTo>
                      <a:pt x="1415096" y="0"/>
                      <a:pt x="1434819" y="19724"/>
                      <a:pt x="1434819" y="44054"/>
                    </a:cubicBezTo>
                    <a:lnTo>
                      <a:pt x="1434819" y="741905"/>
                    </a:lnTo>
                    <a:cubicBezTo>
                      <a:pt x="1434819" y="753589"/>
                      <a:pt x="1430178" y="764794"/>
                      <a:pt x="1421916" y="773056"/>
                    </a:cubicBezTo>
                    <a:cubicBezTo>
                      <a:pt x="1413655" y="781318"/>
                      <a:pt x="1402449" y="785959"/>
                      <a:pt x="1390765" y="785959"/>
                    </a:cubicBezTo>
                    <a:lnTo>
                      <a:pt x="44054" y="785959"/>
                    </a:lnTo>
                    <a:cubicBezTo>
                      <a:pt x="32370" y="785959"/>
                      <a:pt x="21165" y="781318"/>
                      <a:pt x="12903" y="773056"/>
                    </a:cubicBezTo>
                    <a:cubicBezTo>
                      <a:pt x="4641" y="764794"/>
                      <a:pt x="0" y="753589"/>
                      <a:pt x="0" y="741905"/>
                    </a:cubicBezTo>
                    <a:lnTo>
                      <a:pt x="0" y="44054"/>
                    </a:lnTo>
                    <a:cubicBezTo>
                      <a:pt x="0" y="32370"/>
                      <a:pt x="4641" y="21165"/>
                      <a:pt x="12903" y="12903"/>
                    </a:cubicBezTo>
                    <a:cubicBezTo>
                      <a:pt x="21165" y="4641"/>
                      <a:pt x="32370" y="0"/>
                      <a:pt x="44054" y="0"/>
                    </a:cubicBezTo>
                    <a:close/>
                  </a:path>
                </a:pathLst>
              </a:custGeom>
              <a:solidFill>
                <a:srgbClr val="D9D9D9">
                  <a:alpha val="60000"/>
                </a:srgbClr>
              </a:solidFill>
              <a:ln w="38100" cap="rnd">
                <a:solidFill>
                  <a:srgbClr val="000000">
                    <a:alpha val="60000"/>
                  </a:srgbClr>
                </a:solidFill>
                <a:prstDash val="sysDot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434819" cy="824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822338" y="1271909"/>
              <a:ext cx="561909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73737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Drag &amp; Drop artwork here or </a:t>
              </a:r>
              <a:r>
                <a:rPr lang="en-US" sz="3000" u="sng">
                  <a:solidFill>
                    <a:srgbClr val="73737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browse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07428" y="7527452"/>
            <a:ext cx="5447830" cy="906041"/>
            <a:chOff x="0" y="0"/>
            <a:chExt cx="1434819" cy="2386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34819" cy="238628"/>
            </a:xfrm>
            <a:custGeom>
              <a:avLst/>
              <a:gdLst/>
              <a:ahLst/>
              <a:cxnLst/>
              <a:rect r="r" b="b" t="t" l="l"/>
              <a:pathLst>
                <a:path h="238628" w="1434819">
                  <a:moveTo>
                    <a:pt x="44054" y="0"/>
                  </a:moveTo>
                  <a:lnTo>
                    <a:pt x="1390765" y="0"/>
                  </a:lnTo>
                  <a:cubicBezTo>
                    <a:pt x="1415096" y="0"/>
                    <a:pt x="1434819" y="19724"/>
                    <a:pt x="1434819" y="44054"/>
                  </a:cubicBezTo>
                  <a:lnTo>
                    <a:pt x="1434819" y="194574"/>
                  </a:lnTo>
                  <a:cubicBezTo>
                    <a:pt x="1434819" y="206258"/>
                    <a:pt x="1430178" y="217463"/>
                    <a:pt x="1421916" y="225725"/>
                  </a:cubicBezTo>
                  <a:cubicBezTo>
                    <a:pt x="1413655" y="233987"/>
                    <a:pt x="1402449" y="238628"/>
                    <a:pt x="1390765" y="238628"/>
                  </a:cubicBezTo>
                  <a:lnTo>
                    <a:pt x="44054" y="238628"/>
                  </a:lnTo>
                  <a:cubicBezTo>
                    <a:pt x="32370" y="238628"/>
                    <a:pt x="21165" y="233987"/>
                    <a:pt x="12903" y="225725"/>
                  </a:cubicBezTo>
                  <a:cubicBezTo>
                    <a:pt x="4641" y="217463"/>
                    <a:pt x="0" y="206258"/>
                    <a:pt x="0" y="194574"/>
                  </a:cubicBezTo>
                  <a:lnTo>
                    <a:pt x="0" y="44054"/>
                  </a:lnTo>
                  <a:cubicBezTo>
                    <a:pt x="0" y="32370"/>
                    <a:pt x="4641" y="21165"/>
                    <a:pt x="12903" y="12903"/>
                  </a:cubicBezTo>
                  <a:cubicBezTo>
                    <a:pt x="21165" y="4641"/>
                    <a:pt x="32370" y="0"/>
                    <a:pt x="44054" y="0"/>
                  </a:cubicBezTo>
                  <a:close/>
                </a:path>
              </a:pathLst>
            </a:custGeom>
            <a:solidFill>
              <a:srgbClr val="FF751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434819" cy="27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3119640" y="7694722"/>
            <a:ext cx="20234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Place order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44648" y="1226088"/>
            <a:ext cx="2632281" cy="52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6"/>
              </a:lnSpc>
              <a:spcBef>
                <a:spcPct val="0"/>
              </a:spcBef>
            </a:pPr>
            <a:r>
              <a:rPr lang="en-US" sz="3026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Mousepad studio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319572" y="7286942"/>
            <a:ext cx="2867323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900mm x 400 mm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07428" y="3320485"/>
            <a:ext cx="54478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737373"/>
                </a:solidFill>
                <a:latin typeface="Dekko"/>
                <a:ea typeface="Dekko"/>
                <a:cs typeface="Dekko"/>
                <a:sym typeface="Dekko"/>
              </a:rPr>
              <a:t>XL Desk mat 900mm x 400 mm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000500" y="860005"/>
            <a:ext cx="10287000" cy="8566990"/>
            <a:chOff x="0" y="0"/>
            <a:chExt cx="2709333" cy="225632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09333" cy="2256327"/>
            </a:xfrm>
            <a:custGeom>
              <a:avLst/>
              <a:gdLst/>
              <a:ahLst/>
              <a:cxnLst/>
              <a:rect r="r" b="b" t="t" l="l"/>
              <a:pathLst>
                <a:path h="2256327" w="2709333">
                  <a:moveTo>
                    <a:pt x="38382" y="0"/>
                  </a:moveTo>
                  <a:lnTo>
                    <a:pt x="2670951" y="0"/>
                  </a:lnTo>
                  <a:cubicBezTo>
                    <a:pt x="2681131" y="0"/>
                    <a:pt x="2690893" y="4044"/>
                    <a:pt x="2698091" y="11242"/>
                  </a:cubicBezTo>
                  <a:cubicBezTo>
                    <a:pt x="2705290" y="18440"/>
                    <a:pt x="2709333" y="28203"/>
                    <a:pt x="2709333" y="38382"/>
                  </a:cubicBezTo>
                  <a:lnTo>
                    <a:pt x="2709333" y="2217944"/>
                  </a:lnTo>
                  <a:cubicBezTo>
                    <a:pt x="2709333" y="2228124"/>
                    <a:pt x="2705290" y="2237887"/>
                    <a:pt x="2698091" y="2245085"/>
                  </a:cubicBezTo>
                  <a:cubicBezTo>
                    <a:pt x="2690893" y="2252283"/>
                    <a:pt x="2681131" y="2256327"/>
                    <a:pt x="2670951" y="2256327"/>
                  </a:cubicBezTo>
                  <a:lnTo>
                    <a:pt x="38382" y="2256327"/>
                  </a:lnTo>
                  <a:cubicBezTo>
                    <a:pt x="28203" y="2256327"/>
                    <a:pt x="18440" y="2252283"/>
                    <a:pt x="11242" y="2245085"/>
                  </a:cubicBezTo>
                  <a:cubicBezTo>
                    <a:pt x="4044" y="2237887"/>
                    <a:pt x="0" y="2228124"/>
                    <a:pt x="0" y="2217944"/>
                  </a:cubicBezTo>
                  <a:lnTo>
                    <a:pt x="0" y="38382"/>
                  </a:lnTo>
                  <a:cubicBezTo>
                    <a:pt x="0" y="28203"/>
                    <a:pt x="4044" y="18440"/>
                    <a:pt x="11242" y="11242"/>
                  </a:cubicBezTo>
                  <a:cubicBezTo>
                    <a:pt x="18440" y="4044"/>
                    <a:pt x="28203" y="0"/>
                    <a:pt x="38382" y="0"/>
                  </a:cubicBezTo>
                  <a:close/>
                </a:path>
              </a:pathLst>
            </a:custGeom>
            <a:solidFill>
              <a:srgbClr val="D9D9D9">
                <a:alpha val="6000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709333" cy="2294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974539" y="1333500"/>
            <a:ext cx="8572500" cy="3810000"/>
            <a:chOff x="0" y="0"/>
            <a:chExt cx="11430000" cy="50800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11430000" cy="5080000"/>
              <a:chOff x="0" y="0"/>
              <a:chExt cx="2257778" cy="1003457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257778" cy="1003457"/>
              </a:xfrm>
              <a:custGeom>
                <a:avLst/>
                <a:gdLst/>
                <a:ahLst/>
                <a:cxnLst/>
                <a:rect r="r" b="b" t="t" l="l"/>
                <a:pathLst>
                  <a:path h="1003457" w="2257778">
                    <a:moveTo>
                      <a:pt x="21675" y="0"/>
                    </a:moveTo>
                    <a:lnTo>
                      <a:pt x="2236103" y="0"/>
                    </a:lnTo>
                    <a:cubicBezTo>
                      <a:pt x="2241852" y="0"/>
                      <a:pt x="2247365" y="2284"/>
                      <a:pt x="2251429" y="6348"/>
                    </a:cubicBezTo>
                    <a:cubicBezTo>
                      <a:pt x="2255494" y="10413"/>
                      <a:pt x="2257778" y="15926"/>
                      <a:pt x="2257778" y="21675"/>
                    </a:cubicBezTo>
                    <a:lnTo>
                      <a:pt x="2257778" y="981782"/>
                    </a:lnTo>
                    <a:cubicBezTo>
                      <a:pt x="2257778" y="993753"/>
                      <a:pt x="2248074" y="1003457"/>
                      <a:pt x="2236103" y="1003457"/>
                    </a:cubicBezTo>
                    <a:lnTo>
                      <a:pt x="21675" y="1003457"/>
                    </a:lnTo>
                    <a:cubicBezTo>
                      <a:pt x="9704" y="1003457"/>
                      <a:pt x="0" y="993753"/>
                      <a:pt x="0" y="981782"/>
                    </a:cubicBezTo>
                    <a:lnTo>
                      <a:pt x="0" y="21675"/>
                    </a:lnTo>
                    <a:cubicBezTo>
                      <a:pt x="0" y="9704"/>
                      <a:pt x="9704" y="0"/>
                      <a:pt x="21675" y="0"/>
                    </a:cubicBez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257778" cy="10415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70479" y="53920"/>
              <a:ext cx="11289042" cy="4972160"/>
              <a:chOff x="0" y="0"/>
              <a:chExt cx="2229934" cy="98215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229934" cy="982155"/>
              </a:xfrm>
              <a:custGeom>
                <a:avLst/>
                <a:gdLst/>
                <a:ahLst/>
                <a:cxnLst/>
                <a:rect r="r" b="b" t="t" l="l"/>
                <a:pathLst>
                  <a:path h="982155" w="2229934">
                    <a:moveTo>
                      <a:pt x="21945" y="0"/>
                    </a:moveTo>
                    <a:lnTo>
                      <a:pt x="2207989" y="0"/>
                    </a:lnTo>
                    <a:cubicBezTo>
                      <a:pt x="2213809" y="0"/>
                      <a:pt x="2219391" y="2312"/>
                      <a:pt x="2223507" y="6428"/>
                    </a:cubicBezTo>
                    <a:cubicBezTo>
                      <a:pt x="2227622" y="10543"/>
                      <a:pt x="2229934" y="16125"/>
                      <a:pt x="2229934" y="21945"/>
                    </a:cubicBezTo>
                    <a:lnTo>
                      <a:pt x="2229934" y="960210"/>
                    </a:lnTo>
                    <a:cubicBezTo>
                      <a:pt x="2229934" y="966030"/>
                      <a:pt x="2227622" y="971612"/>
                      <a:pt x="2223507" y="975727"/>
                    </a:cubicBezTo>
                    <a:cubicBezTo>
                      <a:pt x="2219391" y="979843"/>
                      <a:pt x="2213809" y="982155"/>
                      <a:pt x="2207989" y="982155"/>
                    </a:cubicBezTo>
                    <a:lnTo>
                      <a:pt x="21945" y="982155"/>
                    </a:lnTo>
                    <a:cubicBezTo>
                      <a:pt x="16125" y="982155"/>
                      <a:pt x="10543" y="979843"/>
                      <a:pt x="6428" y="975727"/>
                    </a:cubicBezTo>
                    <a:cubicBezTo>
                      <a:pt x="2312" y="971612"/>
                      <a:pt x="0" y="966030"/>
                      <a:pt x="0" y="960210"/>
                    </a:cubicBezTo>
                    <a:lnTo>
                      <a:pt x="0" y="21945"/>
                    </a:lnTo>
                    <a:cubicBezTo>
                      <a:pt x="0" y="16125"/>
                      <a:pt x="2312" y="10543"/>
                      <a:pt x="6428" y="6428"/>
                    </a:cubicBezTo>
                    <a:cubicBezTo>
                      <a:pt x="10543" y="2312"/>
                      <a:pt x="16125" y="0"/>
                      <a:pt x="21945" y="0"/>
                    </a:cubicBezTo>
                    <a:close/>
                  </a:path>
                </a:pathLst>
              </a:custGeom>
              <a:solidFill>
                <a:srgbClr val="1A1A1A"/>
              </a:solidFill>
              <a:ln w="9525" cap="rnd">
                <a:solidFill>
                  <a:srgbClr val="FF751F"/>
                </a:solidFill>
                <a:prstDash val="sysDot"/>
                <a:round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2229934" cy="1020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4183420" y="7980472"/>
            <a:ext cx="9921159" cy="1277828"/>
            <a:chOff x="0" y="0"/>
            <a:chExt cx="2612980" cy="3365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12980" cy="336547"/>
            </a:xfrm>
            <a:custGeom>
              <a:avLst/>
              <a:gdLst/>
              <a:ahLst/>
              <a:cxnLst/>
              <a:rect r="r" b="b" t="t" l="l"/>
              <a:pathLst>
                <a:path h="336547" w="2612980">
                  <a:moveTo>
                    <a:pt x="39798" y="0"/>
                  </a:moveTo>
                  <a:lnTo>
                    <a:pt x="2573183" y="0"/>
                  </a:lnTo>
                  <a:cubicBezTo>
                    <a:pt x="2583738" y="0"/>
                    <a:pt x="2593860" y="4193"/>
                    <a:pt x="2601324" y="11656"/>
                  </a:cubicBezTo>
                  <a:cubicBezTo>
                    <a:pt x="2608787" y="19120"/>
                    <a:pt x="2612980" y="29243"/>
                    <a:pt x="2612980" y="39798"/>
                  </a:cubicBezTo>
                  <a:lnTo>
                    <a:pt x="2612980" y="296750"/>
                  </a:lnTo>
                  <a:cubicBezTo>
                    <a:pt x="2612980" y="307305"/>
                    <a:pt x="2608787" y="317427"/>
                    <a:pt x="2601324" y="324891"/>
                  </a:cubicBezTo>
                  <a:cubicBezTo>
                    <a:pt x="2593860" y="332354"/>
                    <a:pt x="2583738" y="336547"/>
                    <a:pt x="2573183" y="336547"/>
                  </a:cubicBezTo>
                  <a:lnTo>
                    <a:pt x="39798" y="336547"/>
                  </a:lnTo>
                  <a:cubicBezTo>
                    <a:pt x="29243" y="336547"/>
                    <a:pt x="19120" y="332354"/>
                    <a:pt x="11656" y="324891"/>
                  </a:cubicBezTo>
                  <a:cubicBezTo>
                    <a:pt x="4193" y="317427"/>
                    <a:pt x="0" y="307305"/>
                    <a:pt x="0" y="296750"/>
                  </a:cubicBezTo>
                  <a:lnTo>
                    <a:pt x="0" y="39798"/>
                  </a:lnTo>
                  <a:cubicBezTo>
                    <a:pt x="0" y="29243"/>
                    <a:pt x="4193" y="19120"/>
                    <a:pt x="11656" y="11656"/>
                  </a:cubicBezTo>
                  <a:cubicBezTo>
                    <a:pt x="19120" y="4193"/>
                    <a:pt x="29243" y="0"/>
                    <a:pt x="39798" y="0"/>
                  </a:cubicBezTo>
                  <a:close/>
                </a:path>
              </a:pathLst>
            </a:custGeom>
            <a:solidFill>
              <a:srgbClr val="FF914D">
                <a:alpha val="60000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612980" cy="374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764735" y="8333636"/>
            <a:ext cx="275852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Conform order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066731" y="7228298"/>
            <a:ext cx="41545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Download Order Copy.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972128" y="6367951"/>
            <a:ext cx="434374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size: 900mm x 400mm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855339" y="5507603"/>
            <a:ext cx="457732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number: #100001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DAHRxfIphKI</dc:identifier>
  <dcterms:modified xsi:type="dcterms:W3CDTF">2011-08-01T06:04:30Z</dcterms:modified>
  <cp:revision>1</cp:revision>
  <dc:title>Mousepad studio</dc:title>
</cp:coreProperties>
</file>